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6" r:id="rId3"/>
    <p:sldId id="257" r:id="rId5"/>
    <p:sldId id="258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77"/>
        <p:guide pos="38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EA2F0-FEB6-1F40-9FB8-B118E84D569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EA2F0-FEB6-1F40-9FB8-B118E84D569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 201"/>
          <p:cNvSpPr/>
          <p:nvPr/>
        </p:nvSpPr>
        <p:spPr>
          <a:xfrm>
            <a:off x="2449777" y="500743"/>
            <a:ext cx="8700003" cy="3079666"/>
          </a:xfrm>
          <a:prstGeom prst="rect">
            <a:avLst/>
          </a:prstGeom>
          <a:ln w="158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8" name="圆角矩形 157"/>
          <p:cNvSpPr/>
          <p:nvPr/>
        </p:nvSpPr>
        <p:spPr>
          <a:xfrm>
            <a:off x="7141421" y="1230487"/>
            <a:ext cx="1279276" cy="1609855"/>
          </a:xfrm>
          <a:prstGeom prst="roundRect">
            <a:avLst/>
          </a:prstGeom>
          <a:solidFill>
            <a:srgbClr val="DBEAF7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1" name="任意形状 90"/>
          <p:cNvSpPr/>
          <p:nvPr/>
        </p:nvSpPr>
        <p:spPr>
          <a:xfrm>
            <a:off x="3102413" y="1190353"/>
            <a:ext cx="3519210" cy="2238609"/>
          </a:xfrm>
          <a:custGeom>
            <a:avLst/>
            <a:gdLst>
              <a:gd name="connsiteX0" fmla="*/ 93134 w 3048000"/>
              <a:gd name="connsiteY0" fmla="*/ 567267 h 1938867"/>
              <a:gd name="connsiteX1" fmla="*/ 160867 w 3048000"/>
              <a:gd name="connsiteY1" fmla="*/ 533400 h 1938867"/>
              <a:gd name="connsiteX2" fmla="*/ 220134 w 3048000"/>
              <a:gd name="connsiteY2" fmla="*/ 508000 h 1938867"/>
              <a:gd name="connsiteX3" fmla="*/ 245534 w 3048000"/>
              <a:gd name="connsiteY3" fmla="*/ 491067 h 1938867"/>
              <a:gd name="connsiteX4" fmla="*/ 279400 w 3048000"/>
              <a:gd name="connsiteY4" fmla="*/ 474133 h 1938867"/>
              <a:gd name="connsiteX5" fmla="*/ 304800 w 3048000"/>
              <a:gd name="connsiteY5" fmla="*/ 457200 h 1938867"/>
              <a:gd name="connsiteX6" fmla="*/ 338667 w 3048000"/>
              <a:gd name="connsiteY6" fmla="*/ 440267 h 1938867"/>
              <a:gd name="connsiteX7" fmla="*/ 364067 w 3048000"/>
              <a:gd name="connsiteY7" fmla="*/ 423333 h 1938867"/>
              <a:gd name="connsiteX8" fmla="*/ 406400 w 3048000"/>
              <a:gd name="connsiteY8" fmla="*/ 406400 h 1938867"/>
              <a:gd name="connsiteX9" fmla="*/ 465667 w 3048000"/>
              <a:gd name="connsiteY9" fmla="*/ 372533 h 1938867"/>
              <a:gd name="connsiteX10" fmla="*/ 516467 w 3048000"/>
              <a:gd name="connsiteY10" fmla="*/ 338667 h 1938867"/>
              <a:gd name="connsiteX11" fmla="*/ 584200 w 3048000"/>
              <a:gd name="connsiteY11" fmla="*/ 304800 h 1938867"/>
              <a:gd name="connsiteX12" fmla="*/ 618067 w 3048000"/>
              <a:gd name="connsiteY12" fmla="*/ 279400 h 1938867"/>
              <a:gd name="connsiteX13" fmla="*/ 685800 w 3048000"/>
              <a:gd name="connsiteY13" fmla="*/ 254000 h 1938867"/>
              <a:gd name="connsiteX14" fmla="*/ 770467 w 3048000"/>
              <a:gd name="connsiteY14" fmla="*/ 220133 h 1938867"/>
              <a:gd name="connsiteX15" fmla="*/ 821267 w 3048000"/>
              <a:gd name="connsiteY15" fmla="*/ 203200 h 1938867"/>
              <a:gd name="connsiteX16" fmla="*/ 889000 w 3048000"/>
              <a:gd name="connsiteY16" fmla="*/ 169333 h 1938867"/>
              <a:gd name="connsiteX17" fmla="*/ 914400 w 3048000"/>
              <a:gd name="connsiteY17" fmla="*/ 152400 h 1938867"/>
              <a:gd name="connsiteX18" fmla="*/ 973667 w 3048000"/>
              <a:gd name="connsiteY18" fmla="*/ 135467 h 1938867"/>
              <a:gd name="connsiteX19" fmla="*/ 1032934 w 3048000"/>
              <a:gd name="connsiteY19" fmla="*/ 110067 h 1938867"/>
              <a:gd name="connsiteX20" fmla="*/ 1058334 w 3048000"/>
              <a:gd name="connsiteY20" fmla="*/ 101600 h 1938867"/>
              <a:gd name="connsiteX21" fmla="*/ 1092200 w 3048000"/>
              <a:gd name="connsiteY21" fmla="*/ 93133 h 1938867"/>
              <a:gd name="connsiteX22" fmla="*/ 1151467 w 3048000"/>
              <a:gd name="connsiteY22" fmla="*/ 76200 h 1938867"/>
              <a:gd name="connsiteX23" fmla="*/ 1202267 w 3048000"/>
              <a:gd name="connsiteY23" fmla="*/ 67733 h 1938867"/>
              <a:gd name="connsiteX24" fmla="*/ 1227667 w 3048000"/>
              <a:gd name="connsiteY24" fmla="*/ 59267 h 1938867"/>
              <a:gd name="connsiteX25" fmla="*/ 1320800 w 3048000"/>
              <a:gd name="connsiteY25" fmla="*/ 42333 h 1938867"/>
              <a:gd name="connsiteX26" fmla="*/ 1405467 w 3048000"/>
              <a:gd name="connsiteY26" fmla="*/ 16933 h 1938867"/>
              <a:gd name="connsiteX27" fmla="*/ 1540934 w 3048000"/>
              <a:gd name="connsiteY27" fmla="*/ 0 h 1938867"/>
              <a:gd name="connsiteX28" fmla="*/ 1862667 w 3048000"/>
              <a:gd name="connsiteY28" fmla="*/ 8467 h 1938867"/>
              <a:gd name="connsiteX29" fmla="*/ 1964267 w 3048000"/>
              <a:gd name="connsiteY29" fmla="*/ 33867 h 1938867"/>
              <a:gd name="connsiteX30" fmla="*/ 2057400 w 3048000"/>
              <a:gd name="connsiteY30" fmla="*/ 50800 h 1938867"/>
              <a:gd name="connsiteX31" fmla="*/ 2150534 w 3048000"/>
              <a:gd name="connsiteY31" fmla="*/ 76200 h 1938867"/>
              <a:gd name="connsiteX32" fmla="*/ 2209800 w 3048000"/>
              <a:gd name="connsiteY32" fmla="*/ 93133 h 1938867"/>
              <a:gd name="connsiteX33" fmla="*/ 2243667 w 3048000"/>
              <a:gd name="connsiteY33" fmla="*/ 110067 h 1938867"/>
              <a:gd name="connsiteX34" fmla="*/ 2269067 w 3048000"/>
              <a:gd name="connsiteY34" fmla="*/ 118533 h 1938867"/>
              <a:gd name="connsiteX35" fmla="*/ 2302934 w 3048000"/>
              <a:gd name="connsiteY35" fmla="*/ 135467 h 1938867"/>
              <a:gd name="connsiteX36" fmla="*/ 2328334 w 3048000"/>
              <a:gd name="connsiteY36" fmla="*/ 143933 h 1938867"/>
              <a:gd name="connsiteX37" fmla="*/ 2362200 w 3048000"/>
              <a:gd name="connsiteY37" fmla="*/ 160867 h 1938867"/>
              <a:gd name="connsiteX38" fmla="*/ 2387600 w 3048000"/>
              <a:gd name="connsiteY38" fmla="*/ 169333 h 1938867"/>
              <a:gd name="connsiteX39" fmla="*/ 2463800 w 3048000"/>
              <a:gd name="connsiteY39" fmla="*/ 211667 h 1938867"/>
              <a:gd name="connsiteX40" fmla="*/ 2506134 w 3048000"/>
              <a:gd name="connsiteY40" fmla="*/ 228600 h 1938867"/>
              <a:gd name="connsiteX41" fmla="*/ 2633134 w 3048000"/>
              <a:gd name="connsiteY41" fmla="*/ 313267 h 1938867"/>
              <a:gd name="connsiteX42" fmla="*/ 2683934 w 3048000"/>
              <a:gd name="connsiteY42" fmla="*/ 347133 h 1938867"/>
              <a:gd name="connsiteX43" fmla="*/ 2785534 w 3048000"/>
              <a:gd name="connsiteY43" fmla="*/ 448733 h 1938867"/>
              <a:gd name="connsiteX44" fmla="*/ 2810934 w 3048000"/>
              <a:gd name="connsiteY44" fmla="*/ 465667 h 1938867"/>
              <a:gd name="connsiteX45" fmla="*/ 2836334 w 3048000"/>
              <a:gd name="connsiteY45" fmla="*/ 499533 h 1938867"/>
              <a:gd name="connsiteX46" fmla="*/ 2895600 w 3048000"/>
              <a:gd name="connsiteY46" fmla="*/ 550333 h 1938867"/>
              <a:gd name="connsiteX47" fmla="*/ 2946400 w 3048000"/>
              <a:gd name="connsiteY47" fmla="*/ 618067 h 1938867"/>
              <a:gd name="connsiteX48" fmla="*/ 2963334 w 3048000"/>
              <a:gd name="connsiteY48" fmla="*/ 635000 h 1938867"/>
              <a:gd name="connsiteX49" fmla="*/ 2971800 w 3048000"/>
              <a:gd name="connsiteY49" fmla="*/ 660400 h 1938867"/>
              <a:gd name="connsiteX50" fmla="*/ 3005667 w 3048000"/>
              <a:gd name="connsiteY50" fmla="*/ 711200 h 1938867"/>
              <a:gd name="connsiteX51" fmla="*/ 3022600 w 3048000"/>
              <a:gd name="connsiteY51" fmla="*/ 762000 h 1938867"/>
              <a:gd name="connsiteX52" fmla="*/ 3048000 w 3048000"/>
              <a:gd name="connsiteY52" fmla="*/ 855133 h 1938867"/>
              <a:gd name="connsiteX53" fmla="*/ 3039534 w 3048000"/>
              <a:gd name="connsiteY53" fmla="*/ 939800 h 1938867"/>
              <a:gd name="connsiteX54" fmla="*/ 3005667 w 3048000"/>
              <a:gd name="connsiteY54" fmla="*/ 973667 h 1938867"/>
              <a:gd name="connsiteX55" fmla="*/ 2946400 w 3048000"/>
              <a:gd name="connsiteY55" fmla="*/ 1024467 h 1938867"/>
              <a:gd name="connsiteX56" fmla="*/ 2921000 w 3048000"/>
              <a:gd name="connsiteY56" fmla="*/ 1049867 h 1938867"/>
              <a:gd name="connsiteX57" fmla="*/ 2887134 w 3048000"/>
              <a:gd name="connsiteY57" fmla="*/ 1075267 h 1938867"/>
              <a:gd name="connsiteX58" fmla="*/ 2861734 w 3048000"/>
              <a:gd name="connsiteY58" fmla="*/ 1100667 h 1938867"/>
              <a:gd name="connsiteX59" fmla="*/ 2810934 w 3048000"/>
              <a:gd name="connsiteY59" fmla="*/ 1134533 h 1938867"/>
              <a:gd name="connsiteX60" fmla="*/ 2785534 w 3048000"/>
              <a:gd name="connsiteY60" fmla="*/ 1151467 h 1938867"/>
              <a:gd name="connsiteX61" fmla="*/ 2743200 w 3048000"/>
              <a:gd name="connsiteY61" fmla="*/ 1185333 h 1938867"/>
              <a:gd name="connsiteX62" fmla="*/ 2726267 w 3048000"/>
              <a:gd name="connsiteY62" fmla="*/ 1202267 h 1938867"/>
              <a:gd name="connsiteX63" fmla="*/ 2700867 w 3048000"/>
              <a:gd name="connsiteY63" fmla="*/ 1253067 h 1938867"/>
              <a:gd name="connsiteX64" fmla="*/ 2692400 w 3048000"/>
              <a:gd name="connsiteY64" fmla="*/ 1278467 h 1938867"/>
              <a:gd name="connsiteX65" fmla="*/ 2675467 w 3048000"/>
              <a:gd name="connsiteY65" fmla="*/ 1312333 h 1938867"/>
              <a:gd name="connsiteX66" fmla="*/ 2641600 w 3048000"/>
              <a:gd name="connsiteY66" fmla="*/ 1430867 h 1938867"/>
              <a:gd name="connsiteX67" fmla="*/ 2607734 w 3048000"/>
              <a:gd name="connsiteY67" fmla="*/ 1515533 h 1938867"/>
              <a:gd name="connsiteX68" fmla="*/ 2599267 w 3048000"/>
              <a:gd name="connsiteY68" fmla="*/ 1540933 h 1938867"/>
              <a:gd name="connsiteX69" fmla="*/ 2548467 w 3048000"/>
              <a:gd name="connsiteY69" fmla="*/ 1625600 h 1938867"/>
              <a:gd name="connsiteX70" fmla="*/ 2523067 w 3048000"/>
              <a:gd name="connsiteY70" fmla="*/ 1651000 h 1938867"/>
              <a:gd name="connsiteX71" fmla="*/ 2506134 w 3048000"/>
              <a:gd name="connsiteY71" fmla="*/ 1676400 h 1938867"/>
              <a:gd name="connsiteX72" fmla="*/ 2472267 w 3048000"/>
              <a:gd name="connsiteY72" fmla="*/ 1710267 h 1938867"/>
              <a:gd name="connsiteX73" fmla="*/ 2429934 w 3048000"/>
              <a:gd name="connsiteY73" fmla="*/ 1761067 h 1938867"/>
              <a:gd name="connsiteX74" fmla="*/ 2404534 w 3048000"/>
              <a:gd name="connsiteY74" fmla="*/ 1778000 h 1938867"/>
              <a:gd name="connsiteX75" fmla="*/ 2387600 w 3048000"/>
              <a:gd name="connsiteY75" fmla="*/ 1794933 h 1938867"/>
              <a:gd name="connsiteX76" fmla="*/ 2362200 w 3048000"/>
              <a:gd name="connsiteY76" fmla="*/ 1803400 h 1938867"/>
              <a:gd name="connsiteX77" fmla="*/ 2336800 w 3048000"/>
              <a:gd name="connsiteY77" fmla="*/ 1820333 h 1938867"/>
              <a:gd name="connsiteX78" fmla="*/ 2311400 w 3048000"/>
              <a:gd name="connsiteY78" fmla="*/ 1828800 h 1938867"/>
              <a:gd name="connsiteX79" fmla="*/ 2286000 w 3048000"/>
              <a:gd name="connsiteY79" fmla="*/ 1845733 h 1938867"/>
              <a:gd name="connsiteX80" fmla="*/ 2260600 w 3048000"/>
              <a:gd name="connsiteY80" fmla="*/ 1854200 h 1938867"/>
              <a:gd name="connsiteX81" fmla="*/ 2175934 w 3048000"/>
              <a:gd name="connsiteY81" fmla="*/ 1888067 h 1938867"/>
              <a:gd name="connsiteX82" fmla="*/ 2150534 w 3048000"/>
              <a:gd name="connsiteY82" fmla="*/ 1896533 h 1938867"/>
              <a:gd name="connsiteX83" fmla="*/ 2125134 w 3048000"/>
              <a:gd name="connsiteY83" fmla="*/ 1905000 h 1938867"/>
              <a:gd name="connsiteX84" fmla="*/ 2057400 w 3048000"/>
              <a:gd name="connsiteY84" fmla="*/ 1913467 h 1938867"/>
              <a:gd name="connsiteX85" fmla="*/ 1955800 w 3048000"/>
              <a:gd name="connsiteY85" fmla="*/ 1930400 h 1938867"/>
              <a:gd name="connsiteX86" fmla="*/ 1854200 w 3048000"/>
              <a:gd name="connsiteY86" fmla="*/ 1938867 h 1938867"/>
              <a:gd name="connsiteX87" fmla="*/ 1032934 w 3048000"/>
              <a:gd name="connsiteY87" fmla="*/ 1930400 h 1938867"/>
              <a:gd name="connsiteX88" fmla="*/ 973667 w 3048000"/>
              <a:gd name="connsiteY88" fmla="*/ 1921933 h 1938867"/>
              <a:gd name="connsiteX89" fmla="*/ 889000 w 3048000"/>
              <a:gd name="connsiteY89" fmla="*/ 1913467 h 1938867"/>
              <a:gd name="connsiteX90" fmla="*/ 846667 w 3048000"/>
              <a:gd name="connsiteY90" fmla="*/ 1905000 h 1938867"/>
              <a:gd name="connsiteX91" fmla="*/ 762000 w 3048000"/>
              <a:gd name="connsiteY91" fmla="*/ 1896533 h 1938867"/>
              <a:gd name="connsiteX92" fmla="*/ 711200 w 3048000"/>
              <a:gd name="connsiteY92" fmla="*/ 1879600 h 1938867"/>
              <a:gd name="connsiteX93" fmla="*/ 541867 w 3048000"/>
              <a:gd name="connsiteY93" fmla="*/ 1837267 h 1938867"/>
              <a:gd name="connsiteX94" fmla="*/ 482600 w 3048000"/>
              <a:gd name="connsiteY94" fmla="*/ 1811867 h 1938867"/>
              <a:gd name="connsiteX95" fmla="*/ 423334 w 3048000"/>
              <a:gd name="connsiteY95" fmla="*/ 1786467 h 1938867"/>
              <a:gd name="connsiteX96" fmla="*/ 406400 w 3048000"/>
              <a:gd name="connsiteY96" fmla="*/ 1769533 h 1938867"/>
              <a:gd name="connsiteX97" fmla="*/ 338667 w 3048000"/>
              <a:gd name="connsiteY97" fmla="*/ 1727200 h 1938867"/>
              <a:gd name="connsiteX98" fmla="*/ 279400 w 3048000"/>
              <a:gd name="connsiteY98" fmla="*/ 1667933 h 1938867"/>
              <a:gd name="connsiteX99" fmla="*/ 254000 w 3048000"/>
              <a:gd name="connsiteY99" fmla="*/ 1642533 h 1938867"/>
              <a:gd name="connsiteX100" fmla="*/ 194734 w 3048000"/>
              <a:gd name="connsiteY100" fmla="*/ 1557867 h 1938867"/>
              <a:gd name="connsiteX101" fmla="*/ 177800 w 3048000"/>
              <a:gd name="connsiteY101" fmla="*/ 1524000 h 1938867"/>
              <a:gd name="connsiteX102" fmla="*/ 118534 w 3048000"/>
              <a:gd name="connsiteY102" fmla="*/ 1439333 h 1938867"/>
              <a:gd name="connsiteX103" fmla="*/ 76200 w 3048000"/>
              <a:gd name="connsiteY103" fmla="*/ 1380067 h 1938867"/>
              <a:gd name="connsiteX104" fmla="*/ 67734 w 3048000"/>
              <a:gd name="connsiteY104" fmla="*/ 1354667 h 1938867"/>
              <a:gd name="connsiteX105" fmla="*/ 33867 w 3048000"/>
              <a:gd name="connsiteY105" fmla="*/ 1303867 h 1938867"/>
              <a:gd name="connsiteX106" fmla="*/ 25400 w 3048000"/>
              <a:gd name="connsiteY106" fmla="*/ 1270000 h 1938867"/>
              <a:gd name="connsiteX107" fmla="*/ 16934 w 3048000"/>
              <a:gd name="connsiteY107" fmla="*/ 1244600 h 1938867"/>
              <a:gd name="connsiteX108" fmla="*/ 0 w 3048000"/>
              <a:gd name="connsiteY108" fmla="*/ 1176867 h 1938867"/>
              <a:gd name="connsiteX109" fmla="*/ 8467 w 3048000"/>
              <a:gd name="connsiteY109" fmla="*/ 677333 h 1938867"/>
              <a:gd name="connsiteX110" fmla="*/ 50800 w 3048000"/>
              <a:gd name="connsiteY110" fmla="*/ 601133 h 1938867"/>
              <a:gd name="connsiteX111" fmla="*/ 93134 w 3048000"/>
              <a:gd name="connsiteY111" fmla="*/ 567267 h 1938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3048000" h="1938867">
                <a:moveTo>
                  <a:pt x="93134" y="567267"/>
                </a:moveTo>
                <a:cubicBezTo>
                  <a:pt x="115712" y="555978"/>
                  <a:pt x="137887" y="543846"/>
                  <a:pt x="160867" y="533400"/>
                </a:cubicBezTo>
                <a:cubicBezTo>
                  <a:pt x="218917" y="507013"/>
                  <a:pt x="149044" y="548622"/>
                  <a:pt x="220134" y="508000"/>
                </a:cubicBezTo>
                <a:cubicBezTo>
                  <a:pt x="228969" y="502952"/>
                  <a:pt x="236699" y="496116"/>
                  <a:pt x="245534" y="491067"/>
                </a:cubicBezTo>
                <a:cubicBezTo>
                  <a:pt x="256492" y="484805"/>
                  <a:pt x="268442" y="480395"/>
                  <a:pt x="279400" y="474133"/>
                </a:cubicBezTo>
                <a:cubicBezTo>
                  <a:pt x="288235" y="469084"/>
                  <a:pt x="295965" y="462248"/>
                  <a:pt x="304800" y="457200"/>
                </a:cubicBezTo>
                <a:cubicBezTo>
                  <a:pt x="315759" y="450938"/>
                  <a:pt x="327709" y="446529"/>
                  <a:pt x="338667" y="440267"/>
                </a:cubicBezTo>
                <a:cubicBezTo>
                  <a:pt x="347502" y="435218"/>
                  <a:pt x="354966" y="427884"/>
                  <a:pt x="364067" y="423333"/>
                </a:cubicBezTo>
                <a:cubicBezTo>
                  <a:pt x="377660" y="416536"/>
                  <a:pt x="392289" y="412044"/>
                  <a:pt x="406400" y="406400"/>
                </a:cubicBezTo>
                <a:cubicBezTo>
                  <a:pt x="463427" y="349373"/>
                  <a:pt x="397444" y="406644"/>
                  <a:pt x="465667" y="372533"/>
                </a:cubicBezTo>
                <a:cubicBezTo>
                  <a:pt x="483870" y="363432"/>
                  <a:pt x="499297" y="349593"/>
                  <a:pt x="516467" y="338667"/>
                </a:cubicBezTo>
                <a:cubicBezTo>
                  <a:pt x="560456" y="310674"/>
                  <a:pt x="546441" y="317387"/>
                  <a:pt x="584200" y="304800"/>
                </a:cubicBezTo>
                <a:cubicBezTo>
                  <a:pt x="595489" y="296333"/>
                  <a:pt x="605732" y="286253"/>
                  <a:pt x="618067" y="279400"/>
                </a:cubicBezTo>
                <a:cubicBezTo>
                  <a:pt x="642960" y="265571"/>
                  <a:pt x="661089" y="263504"/>
                  <a:pt x="685800" y="254000"/>
                </a:cubicBezTo>
                <a:cubicBezTo>
                  <a:pt x="714170" y="243088"/>
                  <a:pt x="741630" y="229745"/>
                  <a:pt x="770467" y="220133"/>
                </a:cubicBezTo>
                <a:cubicBezTo>
                  <a:pt x="787400" y="214489"/>
                  <a:pt x="805302" y="211183"/>
                  <a:pt x="821267" y="203200"/>
                </a:cubicBezTo>
                <a:cubicBezTo>
                  <a:pt x="843845" y="191911"/>
                  <a:pt x="867997" y="183335"/>
                  <a:pt x="889000" y="169333"/>
                </a:cubicBezTo>
                <a:cubicBezTo>
                  <a:pt x="897467" y="163689"/>
                  <a:pt x="905299" y="156951"/>
                  <a:pt x="914400" y="152400"/>
                </a:cubicBezTo>
                <a:cubicBezTo>
                  <a:pt x="926550" y="146325"/>
                  <a:pt x="962810" y="138181"/>
                  <a:pt x="973667" y="135467"/>
                </a:cubicBezTo>
                <a:cubicBezTo>
                  <a:pt x="1012336" y="109687"/>
                  <a:pt x="985093" y="123735"/>
                  <a:pt x="1032934" y="110067"/>
                </a:cubicBezTo>
                <a:cubicBezTo>
                  <a:pt x="1041515" y="107615"/>
                  <a:pt x="1049753" y="104052"/>
                  <a:pt x="1058334" y="101600"/>
                </a:cubicBezTo>
                <a:cubicBezTo>
                  <a:pt x="1069522" y="98403"/>
                  <a:pt x="1081012" y="96330"/>
                  <a:pt x="1092200" y="93133"/>
                </a:cubicBezTo>
                <a:cubicBezTo>
                  <a:pt x="1129848" y="82376"/>
                  <a:pt x="1107366" y="85021"/>
                  <a:pt x="1151467" y="76200"/>
                </a:cubicBezTo>
                <a:cubicBezTo>
                  <a:pt x="1168301" y="72833"/>
                  <a:pt x="1185509" y="71457"/>
                  <a:pt x="1202267" y="67733"/>
                </a:cubicBezTo>
                <a:cubicBezTo>
                  <a:pt x="1210979" y="65797"/>
                  <a:pt x="1218955" y="61203"/>
                  <a:pt x="1227667" y="59267"/>
                </a:cubicBezTo>
                <a:cubicBezTo>
                  <a:pt x="1262519" y="51522"/>
                  <a:pt x="1286901" y="51578"/>
                  <a:pt x="1320800" y="42333"/>
                </a:cubicBezTo>
                <a:cubicBezTo>
                  <a:pt x="1380177" y="26139"/>
                  <a:pt x="1355889" y="26848"/>
                  <a:pt x="1405467" y="16933"/>
                </a:cubicBezTo>
                <a:cubicBezTo>
                  <a:pt x="1457976" y="6431"/>
                  <a:pt x="1482585" y="5835"/>
                  <a:pt x="1540934" y="0"/>
                </a:cubicBezTo>
                <a:cubicBezTo>
                  <a:pt x="1648178" y="2822"/>
                  <a:pt x="1755613" y="1485"/>
                  <a:pt x="1862667" y="8467"/>
                </a:cubicBezTo>
                <a:cubicBezTo>
                  <a:pt x="1890504" y="10282"/>
                  <a:pt x="1933415" y="28725"/>
                  <a:pt x="1964267" y="33867"/>
                </a:cubicBezTo>
                <a:cubicBezTo>
                  <a:pt x="1995400" y="39055"/>
                  <a:pt x="2026619" y="43697"/>
                  <a:pt x="2057400" y="50800"/>
                </a:cubicBezTo>
                <a:cubicBezTo>
                  <a:pt x="2214340" y="87017"/>
                  <a:pt x="2072167" y="53808"/>
                  <a:pt x="2150534" y="76200"/>
                </a:cubicBezTo>
                <a:cubicBezTo>
                  <a:pt x="2172005" y="82335"/>
                  <a:pt x="2189508" y="84436"/>
                  <a:pt x="2209800" y="93133"/>
                </a:cubicBezTo>
                <a:cubicBezTo>
                  <a:pt x="2221401" y="98105"/>
                  <a:pt x="2232066" y="105095"/>
                  <a:pt x="2243667" y="110067"/>
                </a:cubicBezTo>
                <a:cubicBezTo>
                  <a:pt x="2251870" y="113583"/>
                  <a:pt x="2260864" y="115017"/>
                  <a:pt x="2269067" y="118533"/>
                </a:cubicBezTo>
                <a:cubicBezTo>
                  <a:pt x="2280668" y="123505"/>
                  <a:pt x="2291333" y="130495"/>
                  <a:pt x="2302934" y="135467"/>
                </a:cubicBezTo>
                <a:cubicBezTo>
                  <a:pt x="2311137" y="138983"/>
                  <a:pt x="2320131" y="140417"/>
                  <a:pt x="2328334" y="143933"/>
                </a:cubicBezTo>
                <a:cubicBezTo>
                  <a:pt x="2339935" y="148905"/>
                  <a:pt x="2350599" y="155895"/>
                  <a:pt x="2362200" y="160867"/>
                </a:cubicBezTo>
                <a:cubicBezTo>
                  <a:pt x="2370403" y="164383"/>
                  <a:pt x="2379397" y="165817"/>
                  <a:pt x="2387600" y="169333"/>
                </a:cubicBezTo>
                <a:cubicBezTo>
                  <a:pt x="2444672" y="193792"/>
                  <a:pt x="2399579" y="179557"/>
                  <a:pt x="2463800" y="211667"/>
                </a:cubicBezTo>
                <a:cubicBezTo>
                  <a:pt x="2477394" y="218464"/>
                  <a:pt x="2492023" y="222956"/>
                  <a:pt x="2506134" y="228600"/>
                </a:cubicBezTo>
                <a:cubicBezTo>
                  <a:pt x="2601655" y="305018"/>
                  <a:pt x="2482908" y="213118"/>
                  <a:pt x="2633134" y="313267"/>
                </a:cubicBezTo>
                <a:cubicBezTo>
                  <a:pt x="2650067" y="324556"/>
                  <a:pt x="2669544" y="332742"/>
                  <a:pt x="2683934" y="347133"/>
                </a:cubicBezTo>
                <a:lnTo>
                  <a:pt x="2785534" y="448733"/>
                </a:lnTo>
                <a:cubicBezTo>
                  <a:pt x="2794001" y="454378"/>
                  <a:pt x="2803739" y="458472"/>
                  <a:pt x="2810934" y="465667"/>
                </a:cubicBezTo>
                <a:cubicBezTo>
                  <a:pt x="2820912" y="475645"/>
                  <a:pt x="2827300" y="488693"/>
                  <a:pt x="2836334" y="499533"/>
                </a:cubicBezTo>
                <a:cubicBezTo>
                  <a:pt x="2851194" y="517365"/>
                  <a:pt x="2880653" y="538376"/>
                  <a:pt x="2895600" y="550333"/>
                </a:cubicBezTo>
                <a:cubicBezTo>
                  <a:pt x="2910378" y="594664"/>
                  <a:pt x="2897757" y="569424"/>
                  <a:pt x="2946400" y="618067"/>
                </a:cubicBezTo>
                <a:lnTo>
                  <a:pt x="2963334" y="635000"/>
                </a:lnTo>
                <a:cubicBezTo>
                  <a:pt x="2966156" y="643467"/>
                  <a:pt x="2967466" y="652598"/>
                  <a:pt x="2971800" y="660400"/>
                </a:cubicBezTo>
                <a:cubicBezTo>
                  <a:pt x="2981683" y="678190"/>
                  <a:pt x="2999231" y="691893"/>
                  <a:pt x="3005667" y="711200"/>
                </a:cubicBezTo>
                <a:cubicBezTo>
                  <a:pt x="3011311" y="728133"/>
                  <a:pt x="3018271" y="744684"/>
                  <a:pt x="3022600" y="762000"/>
                </a:cubicBezTo>
                <a:cubicBezTo>
                  <a:pt x="3041699" y="838391"/>
                  <a:pt x="3032175" y="807655"/>
                  <a:pt x="3048000" y="855133"/>
                </a:cubicBezTo>
                <a:cubicBezTo>
                  <a:pt x="3045178" y="883355"/>
                  <a:pt x="3049073" y="913089"/>
                  <a:pt x="3039534" y="939800"/>
                </a:cubicBezTo>
                <a:cubicBezTo>
                  <a:pt x="3034164" y="954835"/>
                  <a:pt x="3016956" y="962378"/>
                  <a:pt x="3005667" y="973667"/>
                </a:cubicBezTo>
                <a:cubicBezTo>
                  <a:pt x="2903912" y="1075420"/>
                  <a:pt x="3023768" y="959993"/>
                  <a:pt x="2946400" y="1024467"/>
                </a:cubicBezTo>
                <a:cubicBezTo>
                  <a:pt x="2937202" y="1032132"/>
                  <a:pt x="2930091" y="1042075"/>
                  <a:pt x="2921000" y="1049867"/>
                </a:cubicBezTo>
                <a:cubicBezTo>
                  <a:pt x="2910286" y="1059050"/>
                  <a:pt x="2897848" y="1066084"/>
                  <a:pt x="2887134" y="1075267"/>
                </a:cubicBezTo>
                <a:cubicBezTo>
                  <a:pt x="2878043" y="1083059"/>
                  <a:pt x="2871185" y="1093316"/>
                  <a:pt x="2861734" y="1100667"/>
                </a:cubicBezTo>
                <a:cubicBezTo>
                  <a:pt x="2845670" y="1113161"/>
                  <a:pt x="2827867" y="1123244"/>
                  <a:pt x="2810934" y="1134533"/>
                </a:cubicBezTo>
                <a:cubicBezTo>
                  <a:pt x="2802467" y="1140178"/>
                  <a:pt x="2792730" y="1144272"/>
                  <a:pt x="2785534" y="1151467"/>
                </a:cubicBezTo>
                <a:cubicBezTo>
                  <a:pt x="2744638" y="1192361"/>
                  <a:pt x="2796615" y="1142600"/>
                  <a:pt x="2743200" y="1185333"/>
                </a:cubicBezTo>
                <a:cubicBezTo>
                  <a:pt x="2736967" y="1190320"/>
                  <a:pt x="2731911" y="1196622"/>
                  <a:pt x="2726267" y="1202267"/>
                </a:cubicBezTo>
                <a:cubicBezTo>
                  <a:pt x="2704985" y="1266111"/>
                  <a:pt x="2733693" y="1187415"/>
                  <a:pt x="2700867" y="1253067"/>
                </a:cubicBezTo>
                <a:cubicBezTo>
                  <a:pt x="2696876" y="1261049"/>
                  <a:pt x="2695916" y="1270264"/>
                  <a:pt x="2692400" y="1278467"/>
                </a:cubicBezTo>
                <a:cubicBezTo>
                  <a:pt x="2687428" y="1290068"/>
                  <a:pt x="2680154" y="1300615"/>
                  <a:pt x="2675467" y="1312333"/>
                </a:cubicBezTo>
                <a:cubicBezTo>
                  <a:pt x="2642859" y="1393854"/>
                  <a:pt x="2673706" y="1334548"/>
                  <a:pt x="2641600" y="1430867"/>
                </a:cubicBezTo>
                <a:cubicBezTo>
                  <a:pt x="2603061" y="1546485"/>
                  <a:pt x="2645105" y="1428336"/>
                  <a:pt x="2607734" y="1515533"/>
                </a:cubicBezTo>
                <a:cubicBezTo>
                  <a:pt x="2604218" y="1523736"/>
                  <a:pt x="2602783" y="1532730"/>
                  <a:pt x="2599267" y="1540933"/>
                </a:cubicBezTo>
                <a:cubicBezTo>
                  <a:pt x="2589245" y="1564319"/>
                  <a:pt x="2563517" y="1610550"/>
                  <a:pt x="2548467" y="1625600"/>
                </a:cubicBezTo>
                <a:cubicBezTo>
                  <a:pt x="2540000" y="1634067"/>
                  <a:pt x="2530732" y="1641802"/>
                  <a:pt x="2523067" y="1651000"/>
                </a:cubicBezTo>
                <a:cubicBezTo>
                  <a:pt x="2516553" y="1658817"/>
                  <a:pt x="2512756" y="1668674"/>
                  <a:pt x="2506134" y="1676400"/>
                </a:cubicBezTo>
                <a:cubicBezTo>
                  <a:pt x="2495744" y="1688522"/>
                  <a:pt x="2481846" y="1697495"/>
                  <a:pt x="2472267" y="1710267"/>
                </a:cubicBezTo>
                <a:cubicBezTo>
                  <a:pt x="2459922" y="1726727"/>
                  <a:pt x="2446750" y="1747614"/>
                  <a:pt x="2429934" y="1761067"/>
                </a:cubicBezTo>
                <a:cubicBezTo>
                  <a:pt x="2421988" y="1767424"/>
                  <a:pt x="2412480" y="1771643"/>
                  <a:pt x="2404534" y="1778000"/>
                </a:cubicBezTo>
                <a:cubicBezTo>
                  <a:pt x="2398301" y="1782987"/>
                  <a:pt x="2394445" y="1790826"/>
                  <a:pt x="2387600" y="1794933"/>
                </a:cubicBezTo>
                <a:cubicBezTo>
                  <a:pt x="2379947" y="1799525"/>
                  <a:pt x="2370182" y="1799409"/>
                  <a:pt x="2362200" y="1803400"/>
                </a:cubicBezTo>
                <a:cubicBezTo>
                  <a:pt x="2353099" y="1807951"/>
                  <a:pt x="2345901" y="1815782"/>
                  <a:pt x="2336800" y="1820333"/>
                </a:cubicBezTo>
                <a:cubicBezTo>
                  <a:pt x="2328818" y="1824324"/>
                  <a:pt x="2319382" y="1824809"/>
                  <a:pt x="2311400" y="1828800"/>
                </a:cubicBezTo>
                <a:cubicBezTo>
                  <a:pt x="2302299" y="1833351"/>
                  <a:pt x="2295101" y="1841182"/>
                  <a:pt x="2286000" y="1845733"/>
                </a:cubicBezTo>
                <a:cubicBezTo>
                  <a:pt x="2278018" y="1849724"/>
                  <a:pt x="2268803" y="1850684"/>
                  <a:pt x="2260600" y="1854200"/>
                </a:cubicBezTo>
                <a:cubicBezTo>
                  <a:pt x="2173406" y="1891569"/>
                  <a:pt x="2291547" y="1849529"/>
                  <a:pt x="2175934" y="1888067"/>
                </a:cubicBezTo>
                <a:lnTo>
                  <a:pt x="2150534" y="1896533"/>
                </a:lnTo>
                <a:cubicBezTo>
                  <a:pt x="2142067" y="1899355"/>
                  <a:pt x="2133990" y="1903893"/>
                  <a:pt x="2125134" y="1905000"/>
                </a:cubicBezTo>
                <a:cubicBezTo>
                  <a:pt x="2102556" y="1907822"/>
                  <a:pt x="2079902" y="1910092"/>
                  <a:pt x="2057400" y="1913467"/>
                </a:cubicBezTo>
                <a:cubicBezTo>
                  <a:pt x="2023446" y="1918560"/>
                  <a:pt x="1990015" y="1927549"/>
                  <a:pt x="1955800" y="1930400"/>
                </a:cubicBezTo>
                <a:lnTo>
                  <a:pt x="1854200" y="1938867"/>
                </a:lnTo>
                <a:lnTo>
                  <a:pt x="1032934" y="1930400"/>
                </a:lnTo>
                <a:cubicBezTo>
                  <a:pt x="1012981" y="1930016"/>
                  <a:pt x="993487" y="1924265"/>
                  <a:pt x="973667" y="1921933"/>
                </a:cubicBezTo>
                <a:cubicBezTo>
                  <a:pt x="945498" y="1918619"/>
                  <a:pt x="917222" y="1916289"/>
                  <a:pt x="889000" y="1913467"/>
                </a:cubicBezTo>
                <a:cubicBezTo>
                  <a:pt x="874889" y="1910645"/>
                  <a:pt x="860931" y="1906902"/>
                  <a:pt x="846667" y="1905000"/>
                </a:cubicBezTo>
                <a:cubicBezTo>
                  <a:pt x="818553" y="1901251"/>
                  <a:pt x="789877" y="1901760"/>
                  <a:pt x="762000" y="1896533"/>
                </a:cubicBezTo>
                <a:cubicBezTo>
                  <a:pt x="744456" y="1893244"/>
                  <a:pt x="728296" y="1884729"/>
                  <a:pt x="711200" y="1879600"/>
                </a:cubicBezTo>
                <a:cubicBezTo>
                  <a:pt x="590625" y="1843427"/>
                  <a:pt x="627158" y="1851481"/>
                  <a:pt x="541867" y="1837267"/>
                </a:cubicBezTo>
                <a:cubicBezTo>
                  <a:pt x="522111" y="1828800"/>
                  <a:pt x="502167" y="1820761"/>
                  <a:pt x="482600" y="1811867"/>
                </a:cubicBezTo>
                <a:cubicBezTo>
                  <a:pt x="425056" y="1785710"/>
                  <a:pt x="471806" y="1802623"/>
                  <a:pt x="423334" y="1786467"/>
                </a:cubicBezTo>
                <a:cubicBezTo>
                  <a:pt x="417689" y="1780822"/>
                  <a:pt x="412940" y="1774111"/>
                  <a:pt x="406400" y="1769533"/>
                </a:cubicBezTo>
                <a:cubicBezTo>
                  <a:pt x="384588" y="1754265"/>
                  <a:pt x="357493" y="1746026"/>
                  <a:pt x="338667" y="1727200"/>
                </a:cubicBezTo>
                <a:lnTo>
                  <a:pt x="279400" y="1667933"/>
                </a:lnTo>
                <a:cubicBezTo>
                  <a:pt x="270933" y="1659466"/>
                  <a:pt x="261184" y="1652112"/>
                  <a:pt x="254000" y="1642533"/>
                </a:cubicBezTo>
                <a:cubicBezTo>
                  <a:pt x="238068" y="1621291"/>
                  <a:pt x="205161" y="1578721"/>
                  <a:pt x="194734" y="1557867"/>
                </a:cubicBezTo>
                <a:cubicBezTo>
                  <a:pt x="189089" y="1546578"/>
                  <a:pt x="184625" y="1534617"/>
                  <a:pt x="177800" y="1524000"/>
                </a:cubicBezTo>
                <a:cubicBezTo>
                  <a:pt x="159171" y="1495022"/>
                  <a:pt x="138143" y="1467657"/>
                  <a:pt x="118534" y="1439333"/>
                </a:cubicBezTo>
                <a:cubicBezTo>
                  <a:pt x="81409" y="1385708"/>
                  <a:pt x="124850" y="1444932"/>
                  <a:pt x="76200" y="1380067"/>
                </a:cubicBezTo>
                <a:cubicBezTo>
                  <a:pt x="73378" y="1371600"/>
                  <a:pt x="72068" y="1362469"/>
                  <a:pt x="67734" y="1354667"/>
                </a:cubicBezTo>
                <a:cubicBezTo>
                  <a:pt x="57851" y="1336877"/>
                  <a:pt x="33867" y="1303867"/>
                  <a:pt x="33867" y="1303867"/>
                </a:cubicBezTo>
                <a:cubicBezTo>
                  <a:pt x="31045" y="1292578"/>
                  <a:pt x="28597" y="1281189"/>
                  <a:pt x="25400" y="1270000"/>
                </a:cubicBezTo>
                <a:cubicBezTo>
                  <a:pt x="22948" y="1261419"/>
                  <a:pt x="19098" y="1253258"/>
                  <a:pt x="16934" y="1244600"/>
                </a:cubicBezTo>
                <a:lnTo>
                  <a:pt x="0" y="1176867"/>
                </a:lnTo>
                <a:cubicBezTo>
                  <a:pt x="2822" y="1010356"/>
                  <a:pt x="3097" y="843782"/>
                  <a:pt x="8467" y="677333"/>
                </a:cubicBezTo>
                <a:cubicBezTo>
                  <a:pt x="9177" y="655331"/>
                  <a:pt x="44348" y="607584"/>
                  <a:pt x="50800" y="601133"/>
                </a:cubicBezTo>
                <a:lnTo>
                  <a:pt x="93134" y="567267"/>
                </a:lnTo>
                <a:close/>
              </a:path>
            </a:pathLst>
          </a:custGeom>
          <a:solidFill>
            <a:srgbClr val="DBF2D5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softEdge rad="3644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582080" y="1587953"/>
            <a:ext cx="1700213" cy="1700213"/>
          </a:xfrm>
          <a:prstGeom prst="ellipse">
            <a:avLst/>
          </a:prstGeom>
          <a:solidFill>
            <a:srgbClr val="FFF1C9"/>
          </a:solidFill>
          <a:ln>
            <a:solidFill>
              <a:srgbClr val="B6A12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3931103" y="1922689"/>
            <a:ext cx="1004207" cy="1004207"/>
          </a:xfrm>
          <a:prstGeom prst="ellipse">
            <a:avLst/>
          </a:prstGeom>
          <a:solidFill>
            <a:srgbClr val="FFC9A7">
              <a:alpha val="80000"/>
            </a:srgbClr>
          </a:solidFill>
          <a:ln>
            <a:solidFill>
              <a:srgbClr val="C3602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4237264" y="2228850"/>
            <a:ext cx="391886" cy="391886"/>
          </a:xfrm>
          <a:prstGeom prst="ellipse">
            <a:avLst/>
          </a:prstGeom>
          <a:solidFill>
            <a:srgbClr val="B6D8EE">
              <a:alpha val="80000"/>
            </a:srgbClr>
          </a:solidFill>
          <a:ln>
            <a:solidFill>
              <a:srgbClr val="447CA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五角星 10"/>
          <p:cNvSpPr/>
          <p:nvPr/>
        </p:nvSpPr>
        <p:spPr>
          <a:xfrm>
            <a:off x="2713683" y="736300"/>
            <a:ext cx="114300" cy="1143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五角星 11"/>
          <p:cNvSpPr/>
          <p:nvPr/>
        </p:nvSpPr>
        <p:spPr>
          <a:xfrm>
            <a:off x="4375036" y="2380909"/>
            <a:ext cx="114300" cy="1143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4641420" y="1954174"/>
            <a:ext cx="69574" cy="69574"/>
          </a:xfrm>
          <a:prstGeom prst="ellipse">
            <a:avLst/>
          </a:prstGeom>
          <a:solidFill>
            <a:srgbClr val="D25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3588928" y="2124489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4454549" y="1968649"/>
            <a:ext cx="69574" cy="69574"/>
          </a:xfrm>
          <a:prstGeom prst="ellipse">
            <a:avLst/>
          </a:prstGeom>
          <a:solidFill>
            <a:srgbClr val="D25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4767854" y="2159276"/>
            <a:ext cx="69574" cy="69574"/>
          </a:xfrm>
          <a:prstGeom prst="ellipse">
            <a:avLst/>
          </a:prstGeom>
          <a:solidFill>
            <a:srgbClr val="D25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4837428" y="2403272"/>
            <a:ext cx="69574" cy="69574"/>
          </a:xfrm>
          <a:prstGeom prst="ellipse">
            <a:avLst/>
          </a:prstGeom>
          <a:solidFill>
            <a:srgbClr val="D25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3861529" y="2228850"/>
            <a:ext cx="69574" cy="69574"/>
          </a:xfrm>
          <a:prstGeom prst="ellipse">
            <a:avLst/>
          </a:prstGeom>
          <a:solidFill>
            <a:srgbClr val="CE8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3939544" y="1993131"/>
            <a:ext cx="69574" cy="69574"/>
          </a:xfrm>
          <a:prstGeom prst="ellipse">
            <a:avLst/>
          </a:prstGeom>
          <a:solidFill>
            <a:srgbClr val="CE8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3743236" y="2403410"/>
            <a:ext cx="69574" cy="69574"/>
          </a:xfrm>
          <a:prstGeom prst="ellipse">
            <a:avLst/>
          </a:prstGeom>
          <a:solidFill>
            <a:srgbClr val="CE8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3725433" y="2811001"/>
            <a:ext cx="69574" cy="69574"/>
          </a:xfrm>
          <a:prstGeom prst="ellipse">
            <a:avLst/>
          </a:prstGeom>
          <a:solidFill>
            <a:srgbClr val="CE8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4556562" y="3192058"/>
            <a:ext cx="69574" cy="69574"/>
          </a:xfrm>
          <a:prstGeom prst="ellipse">
            <a:avLst/>
          </a:prstGeom>
          <a:solidFill>
            <a:srgbClr val="CE8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4802641" y="2776214"/>
            <a:ext cx="69574" cy="69574"/>
          </a:xfrm>
          <a:prstGeom prst="ellipse">
            <a:avLst/>
          </a:prstGeom>
          <a:solidFill>
            <a:srgbClr val="CE8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5078840" y="2706640"/>
            <a:ext cx="69574" cy="69574"/>
          </a:xfrm>
          <a:prstGeom prst="ellipse">
            <a:avLst/>
          </a:prstGeom>
          <a:solidFill>
            <a:srgbClr val="CE8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椭圆 93"/>
          <p:cNvSpPr/>
          <p:nvPr/>
        </p:nvSpPr>
        <p:spPr>
          <a:xfrm>
            <a:off x="3502575" y="2393925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椭圆 94"/>
          <p:cNvSpPr/>
          <p:nvPr/>
        </p:nvSpPr>
        <p:spPr>
          <a:xfrm>
            <a:off x="3488147" y="2637066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6" name="椭圆 95"/>
          <p:cNvSpPr/>
          <p:nvPr/>
        </p:nvSpPr>
        <p:spPr>
          <a:xfrm>
            <a:off x="3211379" y="2551162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7" name="椭圆 96"/>
          <p:cNvSpPr/>
          <p:nvPr/>
        </p:nvSpPr>
        <p:spPr>
          <a:xfrm>
            <a:off x="5045883" y="1761453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8" name="椭圆 97"/>
          <p:cNvSpPr/>
          <p:nvPr/>
        </p:nvSpPr>
        <p:spPr>
          <a:xfrm>
            <a:off x="5297563" y="1806331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9" name="椭圆 98"/>
          <p:cNvSpPr/>
          <p:nvPr/>
        </p:nvSpPr>
        <p:spPr>
          <a:xfrm>
            <a:off x="5367137" y="1518844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椭圆 99"/>
          <p:cNvSpPr/>
          <p:nvPr/>
        </p:nvSpPr>
        <p:spPr>
          <a:xfrm>
            <a:off x="5642249" y="1643535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椭圆 100"/>
          <p:cNvSpPr/>
          <p:nvPr/>
        </p:nvSpPr>
        <p:spPr>
          <a:xfrm>
            <a:off x="5734634" y="1968649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椭圆 101"/>
          <p:cNvSpPr/>
          <p:nvPr/>
        </p:nvSpPr>
        <p:spPr>
          <a:xfrm>
            <a:off x="5821337" y="2126414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椭圆 102"/>
          <p:cNvSpPr/>
          <p:nvPr/>
        </p:nvSpPr>
        <p:spPr>
          <a:xfrm>
            <a:off x="5297563" y="2583698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椭圆 103"/>
          <p:cNvSpPr/>
          <p:nvPr/>
        </p:nvSpPr>
        <p:spPr>
          <a:xfrm>
            <a:off x="5250334" y="2093818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椭圆 104"/>
          <p:cNvSpPr/>
          <p:nvPr/>
        </p:nvSpPr>
        <p:spPr>
          <a:xfrm>
            <a:off x="5526955" y="2263637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菱形 106"/>
          <p:cNvSpPr/>
          <p:nvPr/>
        </p:nvSpPr>
        <p:spPr>
          <a:xfrm>
            <a:off x="3274297" y="2333211"/>
            <a:ext cx="75198" cy="75198"/>
          </a:xfrm>
          <a:prstGeom prst="diamond">
            <a:avLst/>
          </a:prstGeom>
          <a:solidFill>
            <a:srgbClr val="7879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" name="菱形 107"/>
          <p:cNvSpPr/>
          <p:nvPr/>
        </p:nvSpPr>
        <p:spPr>
          <a:xfrm>
            <a:off x="3972167" y="2571492"/>
            <a:ext cx="75198" cy="75198"/>
          </a:xfrm>
          <a:prstGeom prst="diamond">
            <a:avLst/>
          </a:prstGeom>
          <a:solidFill>
            <a:srgbClr val="7879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菱形 108"/>
          <p:cNvSpPr/>
          <p:nvPr/>
        </p:nvSpPr>
        <p:spPr>
          <a:xfrm>
            <a:off x="4489336" y="2283539"/>
            <a:ext cx="75198" cy="75198"/>
          </a:xfrm>
          <a:prstGeom prst="diamond">
            <a:avLst/>
          </a:prstGeom>
          <a:solidFill>
            <a:srgbClr val="7879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菱形 109"/>
          <p:cNvSpPr/>
          <p:nvPr/>
        </p:nvSpPr>
        <p:spPr>
          <a:xfrm>
            <a:off x="4727443" y="3084425"/>
            <a:ext cx="75198" cy="75198"/>
          </a:xfrm>
          <a:prstGeom prst="diamond">
            <a:avLst/>
          </a:prstGeom>
          <a:solidFill>
            <a:srgbClr val="7879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菱形 110"/>
          <p:cNvSpPr/>
          <p:nvPr/>
        </p:nvSpPr>
        <p:spPr>
          <a:xfrm>
            <a:off x="5314268" y="2842976"/>
            <a:ext cx="75198" cy="75198"/>
          </a:xfrm>
          <a:prstGeom prst="diamond">
            <a:avLst/>
          </a:prstGeom>
          <a:solidFill>
            <a:srgbClr val="7879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" name="椭圆 111"/>
          <p:cNvSpPr/>
          <p:nvPr/>
        </p:nvSpPr>
        <p:spPr>
          <a:xfrm>
            <a:off x="4493183" y="2513731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15" name="组合 114"/>
          <p:cNvGrpSpPr/>
          <p:nvPr/>
        </p:nvGrpSpPr>
        <p:grpSpPr>
          <a:xfrm>
            <a:off x="2638974" y="1195911"/>
            <a:ext cx="275051" cy="275051"/>
            <a:chOff x="608572" y="1420585"/>
            <a:chExt cx="1004207" cy="1004207"/>
          </a:xfrm>
        </p:grpSpPr>
        <p:sp>
          <p:nvSpPr>
            <p:cNvPr id="113" name="椭圆 112"/>
            <p:cNvSpPr/>
            <p:nvPr/>
          </p:nvSpPr>
          <p:spPr>
            <a:xfrm>
              <a:off x="608572" y="1420585"/>
              <a:ext cx="1004207" cy="1004207"/>
            </a:xfrm>
            <a:prstGeom prst="ellipse">
              <a:avLst/>
            </a:prstGeom>
            <a:solidFill>
              <a:srgbClr val="FFC9A7">
                <a:alpha val="80000"/>
              </a:srgbClr>
            </a:solidFill>
            <a:ln>
              <a:solidFill>
                <a:srgbClr val="C3602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914733" y="1726746"/>
              <a:ext cx="391886" cy="391886"/>
            </a:xfrm>
            <a:prstGeom prst="ellipse">
              <a:avLst/>
            </a:prstGeom>
            <a:solidFill>
              <a:srgbClr val="B6D8EE">
                <a:alpha val="80000"/>
              </a:srgbClr>
            </a:solidFill>
            <a:ln>
              <a:solidFill>
                <a:srgbClr val="447CA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16" name="菱形 115"/>
          <p:cNvSpPr/>
          <p:nvPr/>
        </p:nvSpPr>
        <p:spPr>
          <a:xfrm>
            <a:off x="2733234" y="997269"/>
            <a:ext cx="75198" cy="75198"/>
          </a:xfrm>
          <a:prstGeom prst="diamond">
            <a:avLst/>
          </a:prstGeom>
          <a:solidFill>
            <a:srgbClr val="7879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圆角矩形 116"/>
          <p:cNvSpPr/>
          <p:nvPr/>
        </p:nvSpPr>
        <p:spPr>
          <a:xfrm>
            <a:off x="7196316" y="629022"/>
            <a:ext cx="1330843" cy="237516"/>
          </a:xfrm>
          <a:prstGeom prst="roundRect">
            <a:avLst/>
          </a:prstGeom>
          <a:solidFill>
            <a:srgbClr val="DBF2D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8" name="椭圆 117"/>
          <p:cNvSpPr/>
          <p:nvPr/>
        </p:nvSpPr>
        <p:spPr>
          <a:xfrm>
            <a:off x="8046941" y="720181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9" name="椭圆 118"/>
          <p:cNvSpPr/>
          <p:nvPr/>
        </p:nvSpPr>
        <p:spPr>
          <a:xfrm>
            <a:off x="8174174" y="720181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椭圆 119"/>
          <p:cNvSpPr/>
          <p:nvPr/>
        </p:nvSpPr>
        <p:spPr>
          <a:xfrm>
            <a:off x="7781059" y="718099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椭圆 120"/>
          <p:cNvSpPr/>
          <p:nvPr/>
        </p:nvSpPr>
        <p:spPr>
          <a:xfrm>
            <a:off x="7908292" y="718099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椭圆 121"/>
          <p:cNvSpPr/>
          <p:nvPr/>
        </p:nvSpPr>
        <p:spPr>
          <a:xfrm>
            <a:off x="7525970" y="718099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椭圆 122"/>
          <p:cNvSpPr/>
          <p:nvPr/>
        </p:nvSpPr>
        <p:spPr>
          <a:xfrm>
            <a:off x="7653203" y="718099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椭圆 123"/>
          <p:cNvSpPr/>
          <p:nvPr/>
        </p:nvSpPr>
        <p:spPr>
          <a:xfrm>
            <a:off x="7260088" y="716017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椭圆 124"/>
          <p:cNvSpPr/>
          <p:nvPr/>
        </p:nvSpPr>
        <p:spPr>
          <a:xfrm>
            <a:off x="7387321" y="716017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文本框 126"/>
          <p:cNvSpPr txBox="1"/>
          <p:nvPr/>
        </p:nvSpPr>
        <p:spPr>
          <a:xfrm>
            <a:off x="8203252" y="607006"/>
            <a:ext cx="23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28" name="圆角矩形 127"/>
          <p:cNvSpPr/>
          <p:nvPr/>
        </p:nvSpPr>
        <p:spPr>
          <a:xfrm>
            <a:off x="7211444" y="1336545"/>
            <a:ext cx="1154714" cy="237516"/>
          </a:xfrm>
          <a:prstGeom prst="roundRect">
            <a:avLst/>
          </a:prstGeom>
          <a:solidFill>
            <a:srgbClr val="DBF2D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9" name="椭圆 128"/>
          <p:cNvSpPr/>
          <p:nvPr/>
        </p:nvSpPr>
        <p:spPr>
          <a:xfrm>
            <a:off x="7310002" y="1427907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椭圆 130"/>
          <p:cNvSpPr/>
          <p:nvPr/>
        </p:nvSpPr>
        <p:spPr>
          <a:xfrm>
            <a:off x="7437235" y="1427907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圆角矩形 131"/>
          <p:cNvSpPr/>
          <p:nvPr/>
        </p:nvSpPr>
        <p:spPr>
          <a:xfrm>
            <a:off x="7202464" y="1875497"/>
            <a:ext cx="1154714" cy="237516"/>
          </a:xfrm>
          <a:prstGeom prst="roundRect">
            <a:avLst/>
          </a:prstGeom>
          <a:solidFill>
            <a:srgbClr val="DBF2D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3" name="椭圆 132"/>
          <p:cNvSpPr/>
          <p:nvPr/>
        </p:nvSpPr>
        <p:spPr>
          <a:xfrm>
            <a:off x="7830973" y="1957580"/>
            <a:ext cx="69574" cy="69574"/>
          </a:xfrm>
          <a:prstGeom prst="ellipse">
            <a:avLst/>
          </a:prstGeom>
          <a:solidFill>
            <a:srgbClr val="D25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9" name="椭圆 138"/>
          <p:cNvSpPr/>
          <p:nvPr/>
        </p:nvSpPr>
        <p:spPr>
          <a:xfrm>
            <a:off x="7571784" y="1957580"/>
            <a:ext cx="69574" cy="69574"/>
          </a:xfrm>
          <a:prstGeom prst="ellipse">
            <a:avLst/>
          </a:prstGeom>
          <a:solidFill>
            <a:srgbClr val="D25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椭圆 141"/>
          <p:cNvSpPr/>
          <p:nvPr/>
        </p:nvSpPr>
        <p:spPr>
          <a:xfrm>
            <a:off x="7703117" y="1957580"/>
            <a:ext cx="69574" cy="69574"/>
          </a:xfrm>
          <a:prstGeom prst="ellipse">
            <a:avLst/>
          </a:prstGeom>
          <a:solidFill>
            <a:srgbClr val="D25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3" name="椭圆 142"/>
          <p:cNvSpPr/>
          <p:nvPr/>
        </p:nvSpPr>
        <p:spPr>
          <a:xfrm>
            <a:off x="7310002" y="1955498"/>
            <a:ext cx="69574" cy="69574"/>
          </a:xfrm>
          <a:prstGeom prst="ellipse">
            <a:avLst/>
          </a:prstGeom>
          <a:solidFill>
            <a:srgbClr val="D25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4" name="椭圆 143"/>
          <p:cNvSpPr/>
          <p:nvPr/>
        </p:nvSpPr>
        <p:spPr>
          <a:xfrm>
            <a:off x="7437235" y="1955498"/>
            <a:ext cx="69574" cy="69574"/>
          </a:xfrm>
          <a:prstGeom prst="ellipse">
            <a:avLst/>
          </a:prstGeom>
          <a:solidFill>
            <a:srgbClr val="D25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5" name="圆角矩形 144"/>
          <p:cNvSpPr/>
          <p:nvPr/>
        </p:nvSpPr>
        <p:spPr>
          <a:xfrm>
            <a:off x="7202464" y="2476375"/>
            <a:ext cx="1154714" cy="237516"/>
          </a:xfrm>
          <a:prstGeom prst="roundRect">
            <a:avLst/>
          </a:prstGeom>
          <a:solidFill>
            <a:srgbClr val="DBF2D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6" name="椭圆 145"/>
          <p:cNvSpPr/>
          <p:nvPr/>
        </p:nvSpPr>
        <p:spPr>
          <a:xfrm>
            <a:off x="8053088" y="2567534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椭圆 146"/>
          <p:cNvSpPr/>
          <p:nvPr/>
        </p:nvSpPr>
        <p:spPr>
          <a:xfrm>
            <a:off x="8180321" y="2567534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椭圆 147"/>
          <p:cNvSpPr/>
          <p:nvPr/>
        </p:nvSpPr>
        <p:spPr>
          <a:xfrm>
            <a:off x="7787206" y="2565452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椭圆 148"/>
          <p:cNvSpPr/>
          <p:nvPr/>
        </p:nvSpPr>
        <p:spPr>
          <a:xfrm>
            <a:off x="7914439" y="2565452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椭圆 149"/>
          <p:cNvSpPr/>
          <p:nvPr/>
        </p:nvSpPr>
        <p:spPr>
          <a:xfrm>
            <a:off x="7532117" y="2565452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1" name="椭圆 150"/>
          <p:cNvSpPr/>
          <p:nvPr/>
        </p:nvSpPr>
        <p:spPr>
          <a:xfrm>
            <a:off x="7659350" y="2565452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2" name="椭圆 151"/>
          <p:cNvSpPr/>
          <p:nvPr/>
        </p:nvSpPr>
        <p:spPr>
          <a:xfrm>
            <a:off x="7266235" y="2563370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椭圆 152"/>
          <p:cNvSpPr/>
          <p:nvPr/>
        </p:nvSpPr>
        <p:spPr>
          <a:xfrm>
            <a:off x="7393468" y="2563370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文本框 155"/>
          <p:cNvSpPr txBox="1"/>
          <p:nvPr/>
        </p:nvSpPr>
        <p:spPr>
          <a:xfrm>
            <a:off x="7234422" y="2174879"/>
            <a:ext cx="23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cxnSp>
        <p:nvCxnSpPr>
          <p:cNvPr id="160" name="直线箭头连接符 159"/>
          <p:cNvCxnSpPr/>
          <p:nvPr/>
        </p:nvCxnSpPr>
        <p:spPr>
          <a:xfrm>
            <a:off x="7991070" y="866538"/>
            <a:ext cx="0" cy="363949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圆角矩形 164"/>
          <p:cNvSpPr/>
          <p:nvPr/>
        </p:nvSpPr>
        <p:spPr>
          <a:xfrm>
            <a:off x="9272893" y="1993122"/>
            <a:ext cx="1257844" cy="237516"/>
          </a:xfrm>
          <a:prstGeom prst="roundRect">
            <a:avLst/>
          </a:prstGeom>
          <a:solidFill>
            <a:srgbClr val="DBF2D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6" name="椭圆 165"/>
          <p:cNvSpPr/>
          <p:nvPr/>
        </p:nvSpPr>
        <p:spPr>
          <a:xfrm>
            <a:off x="9355295" y="2078226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7" name="椭圆 166"/>
          <p:cNvSpPr/>
          <p:nvPr/>
        </p:nvSpPr>
        <p:spPr>
          <a:xfrm>
            <a:off x="9482528" y="2078226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8" name="椭圆 167"/>
          <p:cNvSpPr/>
          <p:nvPr/>
        </p:nvSpPr>
        <p:spPr>
          <a:xfrm>
            <a:off x="9739195" y="2077915"/>
            <a:ext cx="69574" cy="69574"/>
          </a:xfrm>
          <a:prstGeom prst="ellipse">
            <a:avLst/>
          </a:prstGeom>
          <a:solidFill>
            <a:srgbClr val="D25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9" name="椭圆 168"/>
          <p:cNvSpPr/>
          <p:nvPr/>
        </p:nvSpPr>
        <p:spPr>
          <a:xfrm>
            <a:off x="9604646" y="2075833"/>
            <a:ext cx="69574" cy="69574"/>
          </a:xfrm>
          <a:prstGeom prst="ellipse">
            <a:avLst/>
          </a:prstGeom>
          <a:solidFill>
            <a:srgbClr val="D25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椭圆 170"/>
          <p:cNvSpPr/>
          <p:nvPr/>
        </p:nvSpPr>
        <p:spPr>
          <a:xfrm>
            <a:off x="10221301" y="2078226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5" name="椭圆 174"/>
          <p:cNvSpPr/>
          <p:nvPr/>
        </p:nvSpPr>
        <p:spPr>
          <a:xfrm>
            <a:off x="10348534" y="2078226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6" name="椭圆 175"/>
          <p:cNvSpPr/>
          <p:nvPr/>
        </p:nvSpPr>
        <p:spPr>
          <a:xfrm>
            <a:off x="10082652" y="2076144"/>
            <a:ext cx="69574" cy="69574"/>
          </a:xfrm>
          <a:prstGeom prst="ellipse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7" name="文本框 176"/>
          <p:cNvSpPr txBox="1"/>
          <p:nvPr/>
        </p:nvSpPr>
        <p:spPr>
          <a:xfrm>
            <a:off x="9775237" y="1934714"/>
            <a:ext cx="23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79" name="文本框 178"/>
          <p:cNvSpPr txBox="1"/>
          <p:nvPr/>
        </p:nvSpPr>
        <p:spPr>
          <a:xfrm>
            <a:off x="2878853" y="647617"/>
            <a:ext cx="585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194274"/>
                </a:solidFill>
              </a:rPr>
              <a:t>query</a:t>
            </a:r>
            <a:endParaRPr kumimoji="1" lang="zh-CN" altLang="en-US" sz="1200" b="1" dirty="0">
              <a:solidFill>
                <a:srgbClr val="194274"/>
              </a:solidFill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2878455" y="916862"/>
            <a:ext cx="1168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194274"/>
                </a:solidFill>
              </a:rPr>
              <a:t>selected point</a:t>
            </a:r>
            <a:endParaRPr kumimoji="1" lang="zh-CN" altLang="en-US" sz="1200" b="1" dirty="0">
              <a:solidFill>
                <a:srgbClr val="194274"/>
              </a:solidFill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2893777" y="1192155"/>
            <a:ext cx="729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194274"/>
                </a:solidFill>
              </a:rPr>
              <a:t>annulus</a:t>
            </a:r>
            <a:endParaRPr kumimoji="1" lang="zh-CN" altLang="en-US" sz="1200" b="1" dirty="0">
              <a:solidFill>
                <a:srgbClr val="194274"/>
              </a:solidFill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409186" y="616468"/>
            <a:ext cx="715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545255"/>
                </a:solidFill>
              </a:rPr>
              <a:t>Dataset</a:t>
            </a:r>
            <a:endParaRPr kumimoji="1" lang="zh-CN" altLang="en-US" sz="1200" b="1" dirty="0">
              <a:solidFill>
                <a:srgbClr val="545255"/>
              </a:solidFill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6938316" y="1007967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545255"/>
                </a:solidFill>
              </a:rPr>
              <a:t>Annulus</a:t>
            </a:r>
            <a:endParaRPr kumimoji="1" lang="zh-CN" altLang="en-US" sz="1200" b="1" dirty="0">
              <a:solidFill>
                <a:srgbClr val="54525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文本框 183"/>
              <p:cNvSpPr txBox="1"/>
              <p:nvPr/>
            </p:nvSpPr>
            <p:spPr>
              <a:xfrm>
                <a:off x="8174174" y="925280"/>
                <a:ext cx="241604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1.</a:t>
                </a:r>
                <a:r>
                  <a:rPr kumimoji="1" lang="zh-CN" altLang="en-US" sz="1100" b="1" dirty="0">
                    <a:solidFill>
                      <a:srgbClr val="545255"/>
                    </a:solidFill>
                  </a:rPr>
                  <a:t>  </a:t>
                </a:r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Annulus partition centered on </a:t>
                </a:r>
                <a14:m>
                  <m:oMath xmlns:m="http://schemas.openxmlformats.org/officeDocument/2006/math">
                    <m:r>
                      <a:rPr kumimoji="1" lang="en-US" altLang="zh-CN" sz="1100" b="1" i="1" smtClean="0">
                        <a:solidFill>
                          <a:srgbClr val="545255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kumimoji="1" lang="zh-CN" altLang="en-US" sz="1100" b="1" dirty="0">
                  <a:solidFill>
                    <a:srgbClr val="545255"/>
                  </a:solidFill>
                </a:endParaRPr>
              </a:p>
            </p:txBody>
          </p:sp>
        </mc:Choice>
        <mc:Fallback>
          <p:sp>
            <p:nvSpPr>
              <p:cNvPr id="184" name="文本框 1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174" y="925280"/>
                <a:ext cx="2416046" cy="261610"/>
              </a:xfrm>
              <a:prstGeom prst="rect">
                <a:avLst/>
              </a:prstGeom>
              <a:blipFill rotWithShape="1">
                <a:blip r:embed="rId1"/>
                <a:stretch>
                  <a:fillRect l="-19" t="-32" r="13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文本框 184"/>
          <p:cNvSpPr txBox="1"/>
          <p:nvPr/>
        </p:nvSpPr>
        <p:spPr>
          <a:xfrm>
            <a:off x="8479268" y="1477778"/>
            <a:ext cx="2008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b="1" dirty="0">
                <a:solidFill>
                  <a:srgbClr val="545255"/>
                </a:solidFill>
              </a:rPr>
              <a:t>2.</a:t>
            </a:r>
            <a:r>
              <a:rPr kumimoji="1" lang="zh-CN" altLang="en-US" sz="1100" b="1" dirty="0">
                <a:solidFill>
                  <a:srgbClr val="545255"/>
                </a:solidFill>
              </a:rPr>
              <a:t>  </a:t>
            </a:r>
            <a:r>
              <a:rPr kumimoji="1" lang="en-US" altLang="zh-CN" sz="1100" b="1" dirty="0">
                <a:solidFill>
                  <a:srgbClr val="545255"/>
                </a:solidFill>
              </a:rPr>
              <a:t>Sampled on each annulus</a:t>
            </a:r>
            <a:endParaRPr kumimoji="1" lang="zh-CN" altLang="en-US" sz="1100" b="1" dirty="0">
              <a:solidFill>
                <a:srgbClr val="545255"/>
              </a:solidFill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9191487" y="2544880"/>
            <a:ext cx="1712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b="1" dirty="0">
                <a:solidFill>
                  <a:srgbClr val="545255"/>
                </a:solidFill>
              </a:rPr>
              <a:t>3.</a:t>
            </a:r>
            <a:r>
              <a:rPr kumimoji="1" lang="zh-CN" altLang="en-US" sz="1100" b="1" dirty="0">
                <a:solidFill>
                  <a:srgbClr val="545255"/>
                </a:solidFill>
              </a:rPr>
              <a:t>  </a:t>
            </a:r>
            <a:r>
              <a:rPr kumimoji="1" lang="en-US" altLang="zh-CN" sz="1100" b="1" dirty="0">
                <a:solidFill>
                  <a:srgbClr val="545255"/>
                </a:solidFill>
              </a:rPr>
              <a:t>KDE on each annulus</a:t>
            </a:r>
            <a:endParaRPr kumimoji="1" lang="zh-CN" altLang="en-US" sz="1100" b="1" dirty="0">
              <a:solidFill>
                <a:srgbClr val="545255"/>
              </a:solidFill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9183700" y="3013513"/>
            <a:ext cx="10518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b="1" dirty="0">
                <a:solidFill>
                  <a:srgbClr val="545255"/>
                </a:solidFill>
              </a:rPr>
              <a:t>4.</a:t>
            </a:r>
            <a:r>
              <a:rPr kumimoji="1" lang="zh-CN" altLang="en-US" sz="1100" b="1" dirty="0">
                <a:solidFill>
                  <a:srgbClr val="545255"/>
                </a:solidFill>
              </a:rPr>
              <a:t>  </a:t>
            </a:r>
            <a:r>
              <a:rPr kumimoji="1" lang="en-US" altLang="zh-CN" sz="1100" b="1" dirty="0">
                <a:solidFill>
                  <a:srgbClr val="545255"/>
                </a:solidFill>
              </a:rPr>
              <a:t>Aggregate</a:t>
            </a:r>
            <a:endParaRPr kumimoji="1" lang="zh-CN" altLang="en-US" sz="1100" b="1" dirty="0">
              <a:solidFill>
                <a:srgbClr val="54525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本框 188"/>
              <p:cNvSpPr txBox="1"/>
              <p:nvPr/>
            </p:nvSpPr>
            <p:spPr>
              <a:xfrm>
                <a:off x="9901815" y="476201"/>
                <a:ext cx="100540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New query </a:t>
                </a:r>
                <a14:m>
                  <m:oMath xmlns:m="http://schemas.openxmlformats.org/officeDocument/2006/math">
                    <m:r>
                      <a:rPr kumimoji="1" lang="en-US" altLang="zh-CN" sz="1100" b="1" i="1" smtClean="0">
                        <a:solidFill>
                          <a:srgbClr val="545255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kumimoji="1" lang="zh-CN" altLang="en-US" sz="1100" b="1" dirty="0">
                  <a:solidFill>
                    <a:srgbClr val="545255"/>
                  </a:solidFill>
                </a:endParaRPr>
              </a:p>
            </p:txBody>
          </p:sp>
        </mc:Choice>
        <mc:Fallback>
          <p:sp>
            <p:nvSpPr>
              <p:cNvPr id="189" name="文本框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1815" y="476201"/>
                <a:ext cx="1005403" cy="261610"/>
              </a:xfrm>
              <a:prstGeom prst="rect">
                <a:avLst/>
              </a:prstGeom>
              <a:blipFill rotWithShape="1">
                <a:blip r:embed="rId2"/>
                <a:stretch>
                  <a:fillRect l="-26" t="-224" r="46" b="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2" name="曲线连接符 191"/>
          <p:cNvCxnSpPr>
            <a:stCxn id="189" idx="1"/>
            <a:endCxn id="184" idx="0"/>
          </p:cNvCxnSpPr>
          <p:nvPr/>
        </p:nvCxnSpPr>
        <p:spPr>
          <a:xfrm rot="10800000" flipV="1">
            <a:off x="9382197" y="607006"/>
            <a:ext cx="519618" cy="318274"/>
          </a:xfrm>
          <a:prstGeom prst="curvedConnector2">
            <a:avLst/>
          </a:prstGeom>
          <a:ln w="952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曲线连接符 194"/>
          <p:cNvCxnSpPr>
            <a:endCxn id="177" idx="0"/>
          </p:cNvCxnSpPr>
          <p:nvPr/>
        </p:nvCxnSpPr>
        <p:spPr>
          <a:xfrm>
            <a:off x="8573402" y="1713111"/>
            <a:ext cx="1320854" cy="221603"/>
          </a:xfrm>
          <a:prstGeom prst="curvedConnector2">
            <a:avLst/>
          </a:prstGeom>
          <a:ln w="952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直线箭头连接符 197"/>
          <p:cNvCxnSpPr/>
          <p:nvPr/>
        </p:nvCxnSpPr>
        <p:spPr>
          <a:xfrm>
            <a:off x="9901815" y="2240989"/>
            <a:ext cx="0" cy="272742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箭头连接符 198"/>
          <p:cNvCxnSpPr/>
          <p:nvPr/>
        </p:nvCxnSpPr>
        <p:spPr>
          <a:xfrm>
            <a:off x="9901815" y="2776214"/>
            <a:ext cx="0" cy="240639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五角星 10"/>
          <p:cNvSpPr/>
          <p:nvPr/>
        </p:nvSpPr>
        <p:spPr>
          <a:xfrm>
            <a:off x="1897855" y="1199185"/>
            <a:ext cx="114300" cy="1143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15" name="组合 114"/>
          <p:cNvGrpSpPr/>
          <p:nvPr/>
        </p:nvGrpSpPr>
        <p:grpSpPr>
          <a:xfrm>
            <a:off x="1807826" y="1885216"/>
            <a:ext cx="275051" cy="275051"/>
            <a:chOff x="608572" y="1420585"/>
            <a:chExt cx="1004207" cy="1004207"/>
          </a:xfrm>
        </p:grpSpPr>
        <p:sp>
          <p:nvSpPr>
            <p:cNvPr id="113" name="椭圆 112"/>
            <p:cNvSpPr/>
            <p:nvPr/>
          </p:nvSpPr>
          <p:spPr>
            <a:xfrm>
              <a:off x="608572" y="1420585"/>
              <a:ext cx="1004207" cy="1004207"/>
            </a:xfrm>
            <a:prstGeom prst="ellipse">
              <a:avLst/>
            </a:prstGeom>
            <a:solidFill>
              <a:srgbClr val="FFC9A7">
                <a:alpha val="80000"/>
              </a:srgbClr>
            </a:solidFill>
            <a:ln>
              <a:solidFill>
                <a:srgbClr val="C3602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914733" y="1726746"/>
              <a:ext cx="391886" cy="391886"/>
            </a:xfrm>
            <a:prstGeom prst="ellipse">
              <a:avLst/>
            </a:prstGeom>
            <a:solidFill>
              <a:srgbClr val="B6D8EE">
                <a:alpha val="80000"/>
              </a:srgbClr>
            </a:solidFill>
            <a:ln>
              <a:solidFill>
                <a:srgbClr val="447CA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16" name="菱形 115"/>
          <p:cNvSpPr/>
          <p:nvPr/>
        </p:nvSpPr>
        <p:spPr>
          <a:xfrm>
            <a:off x="1917406" y="1460154"/>
            <a:ext cx="75198" cy="75198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文本框 155"/>
          <p:cNvSpPr txBox="1"/>
          <p:nvPr/>
        </p:nvSpPr>
        <p:spPr>
          <a:xfrm>
            <a:off x="7760868" y="1854626"/>
            <a:ext cx="23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79" name="文本框 178"/>
          <p:cNvSpPr txBox="1"/>
          <p:nvPr/>
        </p:nvSpPr>
        <p:spPr>
          <a:xfrm>
            <a:off x="2040721" y="1110502"/>
            <a:ext cx="585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194274"/>
                </a:solidFill>
              </a:rPr>
              <a:t>query</a:t>
            </a:r>
            <a:endParaRPr kumimoji="1" lang="zh-CN" altLang="en-US" sz="1200" b="1" dirty="0">
              <a:solidFill>
                <a:srgbClr val="194274"/>
              </a:solidFill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2045899" y="1363019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194274"/>
                </a:solidFill>
              </a:rPr>
              <a:t>candidates</a:t>
            </a:r>
            <a:endParaRPr kumimoji="1" lang="zh-CN" altLang="en-US" sz="1200" b="1" dirty="0">
              <a:solidFill>
                <a:srgbClr val="194274"/>
              </a:solidFill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2062629" y="1881460"/>
            <a:ext cx="729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194274"/>
                </a:solidFill>
              </a:rPr>
              <a:t>annulus</a:t>
            </a:r>
            <a:endParaRPr kumimoji="1" lang="zh-CN" altLang="en-US" sz="1200" b="1" dirty="0">
              <a:solidFill>
                <a:srgbClr val="194274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文本框 184"/>
              <p:cNvSpPr txBox="1"/>
              <p:nvPr/>
            </p:nvSpPr>
            <p:spPr>
              <a:xfrm>
                <a:off x="5511121" y="2422865"/>
                <a:ext cx="35589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2.</a:t>
                </a:r>
                <a:r>
                  <a:rPr kumimoji="1" lang="zh-CN" altLang="en-US" sz="1100" b="1" dirty="0">
                    <a:solidFill>
                      <a:srgbClr val="545255"/>
                    </a:solidFill>
                  </a:rPr>
                  <a:t>  </a:t>
                </a:r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Select the sphere involved with query range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1100" b="1" i="1" smtClean="0">
                        <a:solidFill>
                          <a:srgbClr val="545255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1100" b="1" i="1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100" b="1" i="1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kumimoji="1" lang="zh-CN" altLang="en-US" sz="1100" b="1" dirty="0">
                  <a:solidFill>
                    <a:srgbClr val="545255"/>
                  </a:solidFill>
                </a:endParaRPr>
              </a:p>
            </p:txBody>
          </p:sp>
        </mc:Choice>
        <mc:Fallback>
          <p:sp>
            <p:nvSpPr>
              <p:cNvPr id="185" name="文本框 1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121" y="2422865"/>
                <a:ext cx="3558923" cy="261610"/>
              </a:xfrm>
              <a:prstGeom prst="rect">
                <a:avLst/>
              </a:prstGeom>
              <a:blipFill rotWithShape="1">
                <a:blip r:embed="rId1"/>
                <a:stretch>
                  <a:fillRect l="-17" t="-130" r="-1115" b="1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本框 188"/>
              <p:cNvSpPr txBox="1"/>
              <p:nvPr/>
            </p:nvSpPr>
            <p:spPr>
              <a:xfrm>
                <a:off x="5518427" y="2164809"/>
                <a:ext cx="100540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New query </a:t>
                </a:r>
                <a14:m>
                  <m:oMath xmlns:m="http://schemas.openxmlformats.org/officeDocument/2006/math">
                    <m:r>
                      <a:rPr kumimoji="1" lang="en-US" altLang="zh-CN" sz="1100" b="1" i="1" smtClean="0">
                        <a:solidFill>
                          <a:srgbClr val="545255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kumimoji="1" lang="zh-CN" altLang="en-US" sz="1100" b="1" dirty="0">
                  <a:solidFill>
                    <a:srgbClr val="545255"/>
                  </a:solidFill>
                </a:endParaRPr>
              </a:p>
            </p:txBody>
          </p:sp>
        </mc:Choice>
        <mc:Fallback>
          <p:sp>
            <p:nvSpPr>
              <p:cNvPr id="189" name="文本框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427" y="2164809"/>
                <a:ext cx="1005403" cy="261610"/>
              </a:xfrm>
              <a:prstGeom prst="rect">
                <a:avLst/>
              </a:prstGeom>
              <a:blipFill rotWithShape="1">
                <a:blip r:embed="rId2"/>
                <a:stretch>
                  <a:fillRect l="-28" t="-36" r="47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5" name="曲线连接符 194"/>
          <p:cNvCxnSpPr>
            <a:stCxn id="215" idx="3"/>
            <a:endCxn id="216" idx="3"/>
          </p:cNvCxnSpPr>
          <p:nvPr/>
        </p:nvCxnSpPr>
        <p:spPr>
          <a:xfrm>
            <a:off x="9636044" y="2948672"/>
            <a:ext cx="345735" cy="340686"/>
          </a:xfrm>
          <a:prstGeom prst="curvedConnector3">
            <a:avLst>
              <a:gd name="adj1" fmla="val 166120"/>
            </a:avLst>
          </a:prstGeom>
          <a:ln w="952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2947321" y="2069282"/>
            <a:ext cx="1700213" cy="1700213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3296344" y="2404018"/>
            <a:ext cx="1004207" cy="1004207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602505" y="2710179"/>
            <a:ext cx="391886" cy="391886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646316" y="1762542"/>
            <a:ext cx="2317142" cy="2317142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2322901" y="1429506"/>
            <a:ext cx="2972649" cy="2972649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正五边形 33"/>
          <p:cNvSpPr/>
          <p:nvPr/>
        </p:nvSpPr>
        <p:spPr>
          <a:xfrm>
            <a:off x="1914687" y="1697184"/>
            <a:ext cx="74666" cy="71110"/>
          </a:xfrm>
          <a:prstGeom prst="pentagon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2046703" y="1602641"/>
            <a:ext cx="596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194274"/>
                </a:solidFill>
              </a:rPr>
              <a:t>origin</a:t>
            </a:r>
            <a:endParaRPr kumimoji="1" lang="zh-CN" altLang="en-US" sz="1200" b="1" dirty="0">
              <a:solidFill>
                <a:srgbClr val="194274"/>
              </a:solidFill>
            </a:endParaRPr>
          </a:p>
        </p:txBody>
      </p:sp>
      <p:cxnSp>
        <p:nvCxnSpPr>
          <p:cNvPr id="37" name="直线箭头连接符 36"/>
          <p:cNvCxnSpPr/>
          <p:nvPr/>
        </p:nvCxnSpPr>
        <p:spPr>
          <a:xfrm>
            <a:off x="2049613" y="2915930"/>
            <a:ext cx="3429712" cy="0"/>
          </a:xfrm>
          <a:prstGeom prst="straightConnector1">
            <a:avLst/>
          </a:prstGeom>
          <a:ln>
            <a:solidFill>
              <a:schemeClr val="accent3">
                <a:lumMod val="75000"/>
                <a:alpha val="68272"/>
              </a:schemeClr>
            </a:solidFill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直线箭头连接符 37"/>
          <p:cNvCxnSpPr/>
          <p:nvPr/>
        </p:nvCxnSpPr>
        <p:spPr>
          <a:xfrm flipV="1">
            <a:off x="3799846" y="1109394"/>
            <a:ext cx="0" cy="3378858"/>
          </a:xfrm>
          <a:prstGeom prst="straightConnector1">
            <a:avLst/>
          </a:prstGeom>
          <a:ln>
            <a:solidFill>
              <a:schemeClr val="accent3">
                <a:lumMod val="75000"/>
                <a:alpha val="68272"/>
              </a:schemeClr>
            </a:solidFill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3960268" y="1615789"/>
            <a:ext cx="889531" cy="889531"/>
          </a:xfrm>
          <a:prstGeom prst="ellipse">
            <a:avLst/>
          </a:prstGeom>
          <a:solidFill>
            <a:srgbClr val="FFC9A7">
              <a:alpha val="80000"/>
            </a:srgbClr>
          </a:solidFill>
          <a:ln>
            <a:solidFill>
              <a:srgbClr val="C3602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4201667" y="1864612"/>
            <a:ext cx="391886" cy="391886"/>
          </a:xfrm>
          <a:prstGeom prst="ellipse">
            <a:avLst/>
          </a:prstGeom>
          <a:solidFill>
            <a:srgbClr val="B6D8EE">
              <a:alpha val="80000"/>
            </a:srgbClr>
          </a:solidFill>
          <a:ln>
            <a:solidFill>
              <a:srgbClr val="447CA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五角星 44"/>
          <p:cNvSpPr/>
          <p:nvPr/>
        </p:nvSpPr>
        <p:spPr>
          <a:xfrm>
            <a:off x="4339439" y="2016671"/>
            <a:ext cx="114300" cy="1143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正五边形 45"/>
          <p:cNvSpPr/>
          <p:nvPr/>
        </p:nvSpPr>
        <p:spPr>
          <a:xfrm>
            <a:off x="3763057" y="2878698"/>
            <a:ext cx="74666" cy="71110"/>
          </a:xfrm>
          <a:prstGeom prst="pentagon">
            <a:avLst/>
          </a:prstGeom>
          <a:solidFill>
            <a:srgbClr val="10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8" name="直线箭头连接符 47"/>
          <p:cNvCxnSpPr/>
          <p:nvPr/>
        </p:nvCxnSpPr>
        <p:spPr>
          <a:xfrm flipV="1">
            <a:off x="3797656" y="1447405"/>
            <a:ext cx="256521" cy="1463398"/>
          </a:xfrm>
          <a:prstGeom prst="straightConnector1">
            <a:avLst/>
          </a:prstGeom>
          <a:ln w="9525">
            <a:solidFill>
              <a:srgbClr val="1086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/>
          <p:cNvCxnSpPr/>
          <p:nvPr/>
        </p:nvCxnSpPr>
        <p:spPr>
          <a:xfrm flipV="1">
            <a:off x="3793680" y="2173982"/>
            <a:ext cx="1298465" cy="755768"/>
          </a:xfrm>
          <a:prstGeom prst="straightConnector1">
            <a:avLst/>
          </a:prstGeom>
          <a:ln w="9525">
            <a:solidFill>
              <a:srgbClr val="1086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4429865" y="1903126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4254114" y="2105320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4620080" y="1352374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5045778" y="1975554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椭圆 56"/>
          <p:cNvSpPr/>
          <p:nvPr/>
        </p:nvSpPr>
        <p:spPr>
          <a:xfrm>
            <a:off x="5112911" y="2250176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5061536" y="2556484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4908460" y="2817526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4804366" y="2548940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4943247" y="3054425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4662406" y="3008945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4334977" y="2944877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4237613" y="3300980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3960227" y="3387522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4065054" y="2702476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3889850" y="2433889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3809011" y="2129089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3539187" y="2014410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3416718" y="2316193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3571026" y="2717564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3247085" y="2657207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2897018" y="2592324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2595811" y="2522914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2571733" y="2743215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3283025" y="3131005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2783576" y="3088756"/>
            <a:ext cx="69574" cy="69574"/>
          </a:xfrm>
          <a:prstGeom prst="ellipse">
            <a:avLst/>
          </a:prstGeom>
          <a:solidFill>
            <a:srgbClr val="81BBE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菱形 78"/>
          <p:cNvSpPr/>
          <p:nvPr/>
        </p:nvSpPr>
        <p:spPr>
          <a:xfrm>
            <a:off x="4129435" y="1572247"/>
            <a:ext cx="75198" cy="75198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菱形 79"/>
          <p:cNvSpPr/>
          <p:nvPr/>
        </p:nvSpPr>
        <p:spPr>
          <a:xfrm>
            <a:off x="4448302" y="1696325"/>
            <a:ext cx="75198" cy="75198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菱形 80"/>
          <p:cNvSpPr/>
          <p:nvPr/>
        </p:nvSpPr>
        <p:spPr>
          <a:xfrm>
            <a:off x="4662406" y="1755667"/>
            <a:ext cx="75198" cy="75198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菱形 81"/>
          <p:cNvSpPr/>
          <p:nvPr/>
        </p:nvSpPr>
        <p:spPr>
          <a:xfrm>
            <a:off x="4046460" y="1887837"/>
            <a:ext cx="75198" cy="75198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菱形 82"/>
          <p:cNvSpPr/>
          <p:nvPr/>
        </p:nvSpPr>
        <p:spPr>
          <a:xfrm>
            <a:off x="4300991" y="2311320"/>
            <a:ext cx="75198" cy="75198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圆角矩形 83"/>
          <p:cNvSpPr/>
          <p:nvPr/>
        </p:nvSpPr>
        <p:spPr>
          <a:xfrm>
            <a:off x="5692556" y="1847710"/>
            <a:ext cx="811306" cy="237516"/>
          </a:xfrm>
          <a:prstGeom prst="roundRect">
            <a:avLst/>
          </a:prstGeom>
          <a:solidFill>
            <a:srgbClr val="DBF2D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5" name="椭圆 84"/>
          <p:cNvSpPr/>
          <p:nvPr/>
        </p:nvSpPr>
        <p:spPr>
          <a:xfrm>
            <a:off x="6334448" y="1943137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椭圆 85"/>
          <p:cNvSpPr/>
          <p:nvPr/>
        </p:nvSpPr>
        <p:spPr>
          <a:xfrm>
            <a:off x="6079359" y="1943137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椭圆 86"/>
          <p:cNvSpPr/>
          <p:nvPr/>
        </p:nvSpPr>
        <p:spPr>
          <a:xfrm>
            <a:off x="6206592" y="1943137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椭圆 87"/>
          <p:cNvSpPr/>
          <p:nvPr/>
        </p:nvSpPr>
        <p:spPr>
          <a:xfrm>
            <a:off x="5940710" y="1941055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5679845" y="1831715"/>
            <a:ext cx="3444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100" b="1" dirty="0">
                <a:solidFill>
                  <a:srgbClr val="545255"/>
                </a:solidFill>
              </a:rPr>
              <a:t>0</a:t>
            </a:r>
            <a:r>
              <a:rPr kumimoji="1" lang="zh-CN" altLang="en-US" sz="1100" b="1" dirty="0">
                <a:solidFill>
                  <a:srgbClr val="545255"/>
                </a:solidFill>
              </a:rPr>
              <a:t>：</a:t>
            </a:r>
            <a:endParaRPr lang="zh-CN" altLang="en-US" sz="1100" dirty="0"/>
          </a:p>
        </p:txBody>
      </p:sp>
      <p:sp>
        <p:nvSpPr>
          <p:cNvPr id="92" name="圆角矩形 91"/>
          <p:cNvSpPr/>
          <p:nvPr/>
        </p:nvSpPr>
        <p:spPr>
          <a:xfrm>
            <a:off x="6648818" y="1849326"/>
            <a:ext cx="811306" cy="237516"/>
          </a:xfrm>
          <a:prstGeom prst="roundRect">
            <a:avLst/>
          </a:prstGeom>
          <a:solidFill>
            <a:srgbClr val="DBF2D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3" name="椭圆 92"/>
          <p:cNvSpPr/>
          <p:nvPr/>
        </p:nvSpPr>
        <p:spPr>
          <a:xfrm>
            <a:off x="7290710" y="1944753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7035621" y="1944753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椭圆 129"/>
          <p:cNvSpPr/>
          <p:nvPr/>
        </p:nvSpPr>
        <p:spPr>
          <a:xfrm>
            <a:off x="7162854" y="1944753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椭圆 133"/>
          <p:cNvSpPr/>
          <p:nvPr/>
        </p:nvSpPr>
        <p:spPr>
          <a:xfrm>
            <a:off x="6896972" y="1942671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5" name="文本框 134"/>
          <p:cNvSpPr txBox="1"/>
          <p:nvPr/>
        </p:nvSpPr>
        <p:spPr>
          <a:xfrm>
            <a:off x="6636107" y="1833331"/>
            <a:ext cx="3444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100" b="1" dirty="0">
                <a:solidFill>
                  <a:srgbClr val="545255"/>
                </a:solidFill>
              </a:rPr>
              <a:t>1</a:t>
            </a:r>
            <a:r>
              <a:rPr kumimoji="1" lang="zh-CN" altLang="en-US" sz="1100" b="1" dirty="0">
                <a:solidFill>
                  <a:srgbClr val="545255"/>
                </a:solidFill>
              </a:rPr>
              <a:t>：</a:t>
            </a:r>
            <a:endParaRPr lang="zh-CN" altLang="en-US" sz="1100" dirty="0"/>
          </a:p>
        </p:txBody>
      </p:sp>
      <p:sp>
        <p:nvSpPr>
          <p:cNvPr id="136" name="圆角矩形 135"/>
          <p:cNvSpPr/>
          <p:nvPr/>
        </p:nvSpPr>
        <p:spPr>
          <a:xfrm>
            <a:off x="6932770" y="1187852"/>
            <a:ext cx="1330843" cy="237516"/>
          </a:xfrm>
          <a:prstGeom prst="roundRect">
            <a:avLst/>
          </a:prstGeom>
          <a:solidFill>
            <a:srgbClr val="DBF2D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7" name="椭圆 136"/>
          <p:cNvSpPr/>
          <p:nvPr/>
        </p:nvSpPr>
        <p:spPr>
          <a:xfrm>
            <a:off x="7783395" y="1279011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8" name="椭圆 137"/>
          <p:cNvSpPr/>
          <p:nvPr/>
        </p:nvSpPr>
        <p:spPr>
          <a:xfrm>
            <a:off x="7910628" y="1279011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椭圆 139"/>
          <p:cNvSpPr/>
          <p:nvPr/>
        </p:nvSpPr>
        <p:spPr>
          <a:xfrm>
            <a:off x="7517513" y="1276929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1" name="椭圆 140"/>
          <p:cNvSpPr/>
          <p:nvPr/>
        </p:nvSpPr>
        <p:spPr>
          <a:xfrm>
            <a:off x="7644746" y="1276929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椭圆 153"/>
          <p:cNvSpPr/>
          <p:nvPr/>
        </p:nvSpPr>
        <p:spPr>
          <a:xfrm>
            <a:off x="7262424" y="1276929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椭圆 154"/>
          <p:cNvSpPr/>
          <p:nvPr/>
        </p:nvSpPr>
        <p:spPr>
          <a:xfrm>
            <a:off x="7389657" y="1276929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6996542" y="1274847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7123775" y="1274847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1" name="直线箭头连接符 160"/>
          <p:cNvCxnSpPr/>
          <p:nvPr/>
        </p:nvCxnSpPr>
        <p:spPr>
          <a:xfrm>
            <a:off x="7727524" y="1425368"/>
            <a:ext cx="0" cy="363949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/>
          <p:cNvSpPr txBox="1"/>
          <p:nvPr/>
        </p:nvSpPr>
        <p:spPr>
          <a:xfrm>
            <a:off x="6145640" y="1175298"/>
            <a:ext cx="715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545255"/>
                </a:solidFill>
              </a:rPr>
              <a:t>Dataset</a:t>
            </a:r>
            <a:endParaRPr kumimoji="1" lang="zh-CN" altLang="en-US" sz="1200" b="1" dirty="0">
              <a:solidFill>
                <a:srgbClr val="545255"/>
              </a:solidFill>
            </a:endParaRPr>
          </a:p>
        </p:txBody>
      </p:sp>
      <p:sp>
        <p:nvSpPr>
          <p:cNvPr id="164" name="圆角矩形 163"/>
          <p:cNvSpPr/>
          <p:nvPr/>
        </p:nvSpPr>
        <p:spPr>
          <a:xfrm rot="10800000">
            <a:off x="8390846" y="1839751"/>
            <a:ext cx="1306900" cy="277306"/>
          </a:xfrm>
          <a:prstGeom prst="roundRect">
            <a:avLst/>
          </a:prstGeom>
          <a:solidFill>
            <a:srgbClr val="DBF2D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0" name="椭圆 169"/>
          <p:cNvSpPr/>
          <p:nvPr/>
        </p:nvSpPr>
        <p:spPr>
          <a:xfrm rot="10800000">
            <a:off x="9433315" y="1948646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2" name="椭圆 171"/>
          <p:cNvSpPr/>
          <p:nvPr/>
        </p:nvSpPr>
        <p:spPr>
          <a:xfrm rot="10800000">
            <a:off x="9560548" y="1948646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文本框 177"/>
              <p:cNvSpPr txBox="1"/>
              <p:nvPr/>
            </p:nvSpPr>
            <p:spPr>
              <a:xfrm>
                <a:off x="7760868" y="1434495"/>
                <a:ext cx="2412423" cy="347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1.</a:t>
                </a:r>
                <a:r>
                  <a:rPr kumimoji="1" lang="zh-CN" altLang="en-US" sz="1100" b="1" dirty="0">
                    <a:solidFill>
                      <a:srgbClr val="545255"/>
                    </a:solidFill>
                  </a:rPr>
                  <a:t> </a:t>
                </a:r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Sphere Partition via </a:t>
                </a:r>
                <a14:m>
                  <m:oMath xmlns:m="http://schemas.openxmlformats.org/officeDocument/2006/math">
                    <m:r>
                      <a:rPr kumimoji="1" lang="en-US" altLang="zh-CN" sz="1100" b="1" i="0" smtClean="0">
                        <a:solidFill>
                          <a:srgbClr val="545255"/>
                        </a:solidFill>
                        <a:latin typeface="Cambria Math" panose="02040503050406030204" pitchFamily="18" charset="0"/>
                      </a:rPr>
                      <m:t>𝐫𝐨</m:t>
                    </m:r>
                    <m:r>
                      <a:rPr kumimoji="1" lang="en-US" altLang="zh-CN" sz="1100" b="1" i="1" smtClean="0">
                        <a:solidFill>
                          <a:srgbClr val="545255"/>
                        </a:solidFill>
                        <a:latin typeface="Cambria Math" panose="02040503050406030204" pitchFamily="18" charset="0"/>
                      </a:rPr>
                      <m:t>𝒖𝒏𝒅</m:t>
                    </m:r>
                    <m:box>
                      <m:boxPr>
                        <m:ctrlP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d>
                          <m:dPr>
                            <m:ctrlPr>
                              <a:rPr kumimoji="1" lang="en-US" altLang="zh-CN" sz="1100" b="1" i="1" smtClean="0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zh-CN" sz="1100" b="1" i="1">
                                    <a:solidFill>
                                      <a:srgbClr val="54525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kumimoji="1" lang="en-US" altLang="zh-CN" sz="1100" b="1" i="1">
                                        <a:solidFill>
                                          <a:srgbClr val="54525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sz="1100" b="1" i="1">
                                        <a:solidFill>
                                          <a:srgbClr val="54525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kumimoji="1" lang="en-US" altLang="zh-CN" sz="1100" b="1" i="1">
                                    <a:solidFill>
                                      <a:srgbClr val="54525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𝜹</m:t>
                                </m:r>
                              </m:den>
                            </m:f>
                          </m:e>
                        </m:d>
                      </m:e>
                    </m:box>
                  </m:oMath>
                </a14:m>
                <a:endParaRPr kumimoji="1" lang="zh-CN" altLang="en-US" sz="1100" b="1" dirty="0">
                  <a:solidFill>
                    <a:srgbClr val="545255"/>
                  </a:solidFill>
                </a:endParaRPr>
              </a:p>
            </p:txBody>
          </p:sp>
        </mc:Choice>
        <mc:Fallback>
          <p:sp>
            <p:nvSpPr>
              <p:cNvPr id="178" name="文本框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868" y="1434495"/>
                <a:ext cx="2412423" cy="347788"/>
              </a:xfrm>
              <a:prstGeom prst="rect">
                <a:avLst/>
              </a:prstGeom>
              <a:blipFill rotWithShape="1">
                <a:blip r:embed="rId3"/>
                <a:stretch>
                  <a:fillRect l="-22" t="-9" r="24" b="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文本框 189"/>
              <p:cNvSpPr txBox="1"/>
              <p:nvPr/>
            </p:nvSpPr>
            <p:spPr>
              <a:xfrm>
                <a:off x="8329729" y="1808030"/>
                <a:ext cx="1147519" cy="330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600" b="1" i="1" smtClean="0">
                              <a:solidFill>
                                <a:srgbClr val="333F6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600" b="1" i="1" smtClean="0">
                              <a:solidFill>
                                <a:srgbClr val="333F61"/>
                              </a:solidFill>
                              <a:latin typeface="Cambria Math" panose="02040503050406030204" pitchFamily="18" charset="0"/>
                            </a:rPr>
                            <m:t>𝒎𝒂𝒙</m:t>
                          </m:r>
                        </m:e>
                        <m:sub>
                          <m:r>
                            <a:rPr lang="en-US" altLang="zh-CN" sz="600" b="1" i="1" smtClean="0">
                              <a:solidFill>
                                <a:srgbClr val="333F6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600" b="1" i="1" smtClean="0">
                              <a:solidFill>
                                <a:srgbClr val="333F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600" b="1" i="1" smtClean="0">
                              <a:solidFill>
                                <a:srgbClr val="333F6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d>
                        <m:dPr>
                          <m:ctrlPr>
                            <a:rPr lang="en-US" altLang="zh-CN" sz="600" b="1" i="1" smtClean="0">
                              <a:solidFill>
                                <a:srgbClr val="333F6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600" b="1" i="1" smtClean="0">
                              <a:solidFill>
                                <a:srgbClr val="333F61"/>
                              </a:solidFill>
                              <a:latin typeface="Cambria Math" panose="02040503050406030204" pitchFamily="18" charset="0"/>
                            </a:rPr>
                            <m:t>𝒓𝒐𝒖𝒏𝒅</m:t>
                          </m:r>
                          <m:d>
                            <m:dPr>
                              <m:ctrlPr>
                                <a:rPr kumimoji="1" lang="en-US" altLang="zh-CN" sz="600" b="1" i="1">
                                  <a:solidFill>
                                    <a:srgbClr val="333F6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600" b="1" i="1">
                                      <a:solidFill>
                                        <a:srgbClr val="333F6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kumimoji="1" lang="en-US" altLang="zh-CN" sz="600" b="1" i="1">
                                          <a:solidFill>
                                            <a:srgbClr val="333F6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600" b="1" i="1">
                                          <a:solidFill>
                                            <a:srgbClr val="333F6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kumimoji="1" lang="en-US" altLang="zh-CN" sz="600" b="1" i="1">
                                      <a:solidFill>
                                        <a:srgbClr val="333F6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𝜹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zh-CN" sz="600" b="1" i="1" smtClean="0">
                          <a:solidFill>
                            <a:srgbClr val="333F61"/>
                          </a:solidFill>
                          <a:latin typeface="Cambria Math" panose="02040503050406030204" pitchFamily="18" charset="0"/>
                        </a:rPr>
                        <m:t>  : </m:t>
                      </m:r>
                    </m:oMath>
                  </m:oMathPara>
                </a14:m>
                <a:endParaRPr lang="zh-CN" altLang="en-US" sz="600" b="1" dirty="0">
                  <a:solidFill>
                    <a:srgbClr val="333F61"/>
                  </a:solidFill>
                </a:endParaRPr>
              </a:p>
            </p:txBody>
          </p:sp>
        </mc:Choice>
        <mc:Fallback>
          <p:sp>
            <p:nvSpPr>
              <p:cNvPr id="190" name="文本框 1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729" y="1808030"/>
                <a:ext cx="1147519" cy="330988"/>
              </a:xfrm>
              <a:prstGeom prst="rect">
                <a:avLst/>
              </a:prstGeom>
              <a:blipFill rotWithShape="1">
                <a:blip r:embed="rId4"/>
                <a:stretch>
                  <a:fillRect l="-38" t="-56" r="44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3" name="圆角矩形 192"/>
          <p:cNvSpPr/>
          <p:nvPr/>
        </p:nvSpPr>
        <p:spPr>
          <a:xfrm>
            <a:off x="5703506" y="2741216"/>
            <a:ext cx="811306" cy="237516"/>
          </a:xfrm>
          <a:prstGeom prst="roundRect">
            <a:avLst/>
          </a:prstGeom>
          <a:solidFill>
            <a:srgbClr val="DBF2D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4" name="椭圆 193"/>
          <p:cNvSpPr/>
          <p:nvPr/>
        </p:nvSpPr>
        <p:spPr>
          <a:xfrm>
            <a:off x="6345398" y="2836643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6" name="椭圆 195"/>
          <p:cNvSpPr/>
          <p:nvPr/>
        </p:nvSpPr>
        <p:spPr>
          <a:xfrm>
            <a:off x="6090309" y="2836643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7" name="椭圆 196"/>
          <p:cNvSpPr/>
          <p:nvPr/>
        </p:nvSpPr>
        <p:spPr>
          <a:xfrm>
            <a:off x="6217542" y="2836643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0" name="椭圆 199"/>
          <p:cNvSpPr/>
          <p:nvPr/>
        </p:nvSpPr>
        <p:spPr>
          <a:xfrm>
            <a:off x="5951660" y="2834561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1" name="文本框 200"/>
          <p:cNvSpPr txBox="1"/>
          <p:nvPr/>
        </p:nvSpPr>
        <p:spPr>
          <a:xfrm>
            <a:off x="5690795" y="2725221"/>
            <a:ext cx="3444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100" b="1" dirty="0">
                <a:solidFill>
                  <a:srgbClr val="545255"/>
                </a:solidFill>
              </a:rPr>
              <a:t>2</a:t>
            </a:r>
            <a:r>
              <a:rPr kumimoji="1" lang="zh-CN" altLang="en-US" sz="1100" b="1" dirty="0">
                <a:solidFill>
                  <a:srgbClr val="545255"/>
                </a:solidFill>
              </a:rPr>
              <a:t>：</a:t>
            </a:r>
            <a:endParaRPr lang="zh-CN" altLang="en-US" sz="1100" dirty="0"/>
          </a:p>
        </p:txBody>
      </p:sp>
      <p:sp>
        <p:nvSpPr>
          <p:cNvPr id="203" name="圆角矩形 202"/>
          <p:cNvSpPr/>
          <p:nvPr/>
        </p:nvSpPr>
        <p:spPr>
          <a:xfrm>
            <a:off x="5703506" y="3079781"/>
            <a:ext cx="811306" cy="237516"/>
          </a:xfrm>
          <a:prstGeom prst="roundRect">
            <a:avLst/>
          </a:prstGeom>
          <a:solidFill>
            <a:srgbClr val="DBF2D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5" name="椭圆 204"/>
          <p:cNvSpPr/>
          <p:nvPr/>
        </p:nvSpPr>
        <p:spPr>
          <a:xfrm>
            <a:off x="6090309" y="3175208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7" name="椭圆 206"/>
          <p:cNvSpPr/>
          <p:nvPr/>
        </p:nvSpPr>
        <p:spPr>
          <a:xfrm>
            <a:off x="5951660" y="3173126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8" name="文本框 207"/>
          <p:cNvSpPr txBox="1"/>
          <p:nvPr/>
        </p:nvSpPr>
        <p:spPr>
          <a:xfrm>
            <a:off x="5690795" y="3063786"/>
            <a:ext cx="3444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100" b="1" dirty="0">
                <a:solidFill>
                  <a:srgbClr val="545255"/>
                </a:solidFill>
              </a:rPr>
              <a:t>3</a:t>
            </a:r>
            <a:r>
              <a:rPr kumimoji="1" lang="zh-CN" altLang="en-US" sz="1100" b="1" dirty="0">
                <a:solidFill>
                  <a:srgbClr val="545255"/>
                </a:solidFill>
              </a:rPr>
              <a:t>：</a:t>
            </a:r>
            <a:endParaRPr lang="zh-CN" altLang="en-US" sz="1100" dirty="0"/>
          </a:p>
        </p:txBody>
      </p:sp>
      <p:sp>
        <p:nvSpPr>
          <p:cNvPr id="209" name="圆角矩形 208"/>
          <p:cNvSpPr/>
          <p:nvPr/>
        </p:nvSpPr>
        <p:spPr>
          <a:xfrm>
            <a:off x="5703506" y="3430219"/>
            <a:ext cx="811306" cy="237516"/>
          </a:xfrm>
          <a:prstGeom prst="roundRect">
            <a:avLst/>
          </a:prstGeom>
          <a:solidFill>
            <a:srgbClr val="DBF2D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/>
          </a:p>
        </p:txBody>
      </p:sp>
      <p:sp>
        <p:nvSpPr>
          <p:cNvPr id="211" name="椭圆 210"/>
          <p:cNvSpPr/>
          <p:nvPr/>
        </p:nvSpPr>
        <p:spPr>
          <a:xfrm>
            <a:off x="6090309" y="3525646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212" name="椭圆 211"/>
          <p:cNvSpPr/>
          <p:nvPr/>
        </p:nvSpPr>
        <p:spPr>
          <a:xfrm>
            <a:off x="6217542" y="3525646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213" name="椭圆 212"/>
          <p:cNvSpPr/>
          <p:nvPr/>
        </p:nvSpPr>
        <p:spPr>
          <a:xfrm>
            <a:off x="5951660" y="3523564"/>
            <a:ext cx="69574" cy="69574"/>
          </a:xfrm>
          <a:prstGeom prst="ellipse">
            <a:avLst/>
          </a:prstGeom>
          <a:solidFill>
            <a:srgbClr val="007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214" name="文本框 200"/>
          <p:cNvSpPr txBox="1"/>
          <p:nvPr/>
        </p:nvSpPr>
        <p:spPr>
          <a:xfrm>
            <a:off x="5690795" y="3414224"/>
            <a:ext cx="3444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100" b="1" dirty="0">
                <a:solidFill>
                  <a:srgbClr val="545255"/>
                </a:solidFill>
              </a:rPr>
              <a:t>4</a:t>
            </a:r>
            <a:r>
              <a:rPr kumimoji="1" lang="zh-CN" altLang="en-US" sz="1100" b="1" dirty="0">
                <a:solidFill>
                  <a:srgbClr val="545255"/>
                </a:solidFill>
              </a:rPr>
              <a:t>：</a:t>
            </a:r>
            <a:endParaRPr lang="zh-CN" alt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" name="文本框 214"/>
              <p:cNvSpPr txBox="1"/>
              <p:nvPr/>
            </p:nvSpPr>
            <p:spPr>
              <a:xfrm>
                <a:off x="7111570" y="2817867"/>
                <a:ext cx="252447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3.</a:t>
                </a:r>
                <a:r>
                  <a:rPr kumimoji="1" lang="zh-CN" altLang="en-US" sz="1100" b="1" dirty="0">
                    <a:solidFill>
                      <a:srgbClr val="545255"/>
                    </a:solidFill>
                  </a:rPr>
                  <a:t>  </a:t>
                </a:r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Calculate the</a:t>
                </a:r>
                <a14:m>
                  <m:oMath xmlns:m="http://schemas.openxmlformats.org/officeDocument/2006/math">
                    <m:r>
                      <a:rPr kumimoji="1" lang="en-US" altLang="zh-CN" sz="1100" b="1" i="1">
                        <a:solidFill>
                          <a:srgbClr val="54525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100" b="1" i="1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</m:oMath>
                </a14:m>
                <a:r>
                  <a:rPr kumimoji="1" lang="zh-CN" altLang="en-US" sz="1100" b="1" dirty="0">
                    <a:solidFill>
                      <a:srgbClr val="545255"/>
                    </a:solidFill>
                  </a:rPr>
                  <a:t> </a:t>
                </a:r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of each sphere</a:t>
                </a:r>
                <a:endParaRPr kumimoji="1" lang="zh-CN" altLang="en-US" sz="1100" b="1" dirty="0">
                  <a:solidFill>
                    <a:srgbClr val="545255"/>
                  </a:solidFill>
                </a:endParaRPr>
              </a:p>
            </p:txBody>
          </p:sp>
        </mc:Choice>
        <mc:Fallback>
          <p:sp>
            <p:nvSpPr>
              <p:cNvPr id="215" name="文本框 2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570" y="2817867"/>
                <a:ext cx="2524474" cy="261610"/>
              </a:xfrm>
              <a:prstGeom prst="rect">
                <a:avLst/>
              </a:prstGeom>
              <a:blipFill rotWithShape="1">
                <a:blip r:embed="rId5"/>
                <a:stretch>
                  <a:fillRect l="-8" t="-142" r="-1563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6" name="文本框 215"/>
              <p:cNvSpPr txBox="1"/>
              <p:nvPr/>
            </p:nvSpPr>
            <p:spPr>
              <a:xfrm>
                <a:off x="7111570" y="3150954"/>
                <a:ext cx="2870209" cy="2768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4.</a:t>
                </a:r>
                <a:r>
                  <a:rPr kumimoji="1" lang="zh-CN" altLang="en-US" sz="1100" b="1" dirty="0">
                    <a:solidFill>
                      <a:srgbClr val="545255"/>
                    </a:solidFill>
                  </a:rPr>
                  <a:t>  </a:t>
                </a:r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Get </a:t>
                </a:r>
                <a14:m>
                  <m:oMath xmlns:m="http://schemas.openxmlformats.org/officeDocument/2006/math">
                    <m:r>
                      <a:rPr kumimoji="1" lang="en-US" altLang="zh-CN" sz="1100" b="1" i="1">
                        <a:solidFill>
                          <a:srgbClr val="54525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100" b="1" i="1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d>
                      <m:dPr>
                        <m:ctrlP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kumimoji="1" lang="en-US" altLang="zh-CN" sz="1100" b="1" i="1" smtClean="0">
                        <a:solidFill>
                          <a:srgbClr val="545255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1100" b="1" i="1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100" b="1" i="1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kumimoji="1" lang="en-US" altLang="zh-CN" sz="1100" b="1" i="1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d>
                      <m:dPr>
                        <m:ctrlPr>
                          <a:rPr kumimoji="1" lang="en-US" altLang="zh-CN" sz="1100" b="1" i="1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zh-CN" sz="1100" b="1" i="1" smtClean="0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 via Hyperplane LSH</a:t>
                </a:r>
                <a:endParaRPr kumimoji="1" lang="zh-CN" altLang="en-US" sz="1100" b="1" dirty="0">
                  <a:solidFill>
                    <a:srgbClr val="545255"/>
                  </a:solidFill>
                </a:endParaRPr>
              </a:p>
            </p:txBody>
          </p:sp>
        </mc:Choice>
        <mc:Fallback>
          <p:sp>
            <p:nvSpPr>
              <p:cNvPr id="216" name="文本框 2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570" y="3150954"/>
                <a:ext cx="2870209" cy="276807"/>
              </a:xfrm>
              <a:prstGeom prst="rect">
                <a:avLst/>
              </a:prstGeom>
              <a:blipFill rotWithShape="1">
                <a:blip r:embed="rId6"/>
                <a:stretch>
                  <a:fillRect l="-7" t="-30" r="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文本框 216"/>
              <p:cNvSpPr txBox="1"/>
              <p:nvPr/>
            </p:nvSpPr>
            <p:spPr>
              <a:xfrm>
                <a:off x="7112646" y="3485384"/>
                <a:ext cx="2669129" cy="2768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5.</a:t>
                </a:r>
                <a:r>
                  <a:rPr kumimoji="1" lang="zh-CN" altLang="en-US" sz="1100" b="1" dirty="0">
                    <a:solidFill>
                      <a:srgbClr val="545255"/>
                    </a:solidFill>
                  </a:rPr>
                  <a:t>  </a:t>
                </a:r>
                <a:r>
                  <a:rPr kumimoji="1" lang="en-US" altLang="zh-CN" sz="1100" b="1" dirty="0">
                    <a:solidFill>
                      <a:srgbClr val="545255"/>
                    </a:solidFill>
                  </a:rPr>
                  <a:t>Result: </a:t>
                </a:r>
                <a14:m>
                  <m:oMath xmlns:m="http://schemas.openxmlformats.org/officeDocument/2006/math">
                    <m:r>
                      <a:rPr kumimoji="1" lang="en-US" altLang="zh-CN" sz="1100" b="1" i="1">
                        <a:solidFill>
                          <a:srgbClr val="54525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100" b="1" i="1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d>
                      <m:dPr>
                        <m:ctrlP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zh-CN" sz="1100" b="1" i="1" smtClean="0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kumimoji="1" lang="en-US" altLang="zh-CN" sz="1100" b="1" i="1" smtClean="0">
                        <a:solidFill>
                          <a:srgbClr val="54525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1100" b="1" i="1" smtClean="0">
                            <a:solidFill>
                              <a:srgbClr val="54525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100" b="1" i="1" smtClean="0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1100" b="1" i="1">
                                    <a:solidFill>
                                      <a:srgbClr val="54525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100" b="1" i="1">
                                    <a:solidFill>
                                      <a:srgbClr val="545255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kumimoji="1" lang="en-US" altLang="zh-CN" sz="1100" b="1" i="1" smtClean="0">
                                    <a:solidFill>
                                      <a:srgbClr val="545255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kumimoji="1" lang="en-US" altLang="zh-CN" sz="1100" b="1" i="1" smtClean="0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1100" b="1" i="1" smtClean="0">
                                    <a:solidFill>
                                      <a:srgbClr val="54525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100" b="1" i="1">
                                    <a:solidFill>
                                      <a:srgbClr val="545255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kumimoji="1" lang="en-US" altLang="zh-CN" sz="1100" b="1" i="1" smtClean="0">
                                    <a:solidFill>
                                      <a:srgbClr val="545255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kumimoji="1" lang="en-US" altLang="zh-CN" sz="1100" b="1" i="1">
                                <a:solidFill>
                                  <a:srgbClr val="5452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den>
                    </m:f>
                  </m:oMath>
                </a14:m>
                <a:endParaRPr kumimoji="1" lang="zh-CN" altLang="en-US" sz="1100" b="1" dirty="0">
                  <a:solidFill>
                    <a:srgbClr val="545255"/>
                  </a:solidFill>
                </a:endParaRPr>
              </a:p>
            </p:txBody>
          </p:sp>
        </mc:Choice>
        <mc:Fallback>
          <p:sp>
            <p:nvSpPr>
              <p:cNvPr id="217" name="文本框 2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646" y="3485384"/>
                <a:ext cx="2669129" cy="276807"/>
              </a:xfrm>
              <a:prstGeom prst="rect">
                <a:avLst/>
              </a:prstGeom>
              <a:blipFill rotWithShape="1">
                <a:blip r:embed="rId7"/>
                <a:stretch>
                  <a:fillRect t="-182" r="9" b="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0" name="曲线连接符 219"/>
          <p:cNvCxnSpPr>
            <a:stCxn id="216" idx="1"/>
            <a:endCxn id="217" idx="1"/>
          </p:cNvCxnSpPr>
          <p:nvPr/>
        </p:nvCxnSpPr>
        <p:spPr>
          <a:xfrm rot="10800000" flipH="1" flipV="1">
            <a:off x="7111570" y="3289358"/>
            <a:ext cx="1076" cy="334430"/>
          </a:xfrm>
          <a:prstGeom prst="curvedConnector3">
            <a:avLst>
              <a:gd name="adj1" fmla="val -21245353"/>
            </a:avLst>
          </a:prstGeom>
          <a:ln w="952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曲线连接符 222"/>
          <p:cNvCxnSpPr>
            <a:stCxn id="203" idx="3"/>
            <a:endCxn id="215" idx="1"/>
          </p:cNvCxnSpPr>
          <p:nvPr/>
        </p:nvCxnSpPr>
        <p:spPr>
          <a:xfrm flipV="1">
            <a:off x="6514812" y="2948672"/>
            <a:ext cx="596758" cy="249867"/>
          </a:xfrm>
          <a:prstGeom prst="curvedConnector3">
            <a:avLst>
              <a:gd name="adj1" fmla="val 50000"/>
            </a:avLst>
          </a:prstGeom>
          <a:ln w="952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6" name="右弧形箭头 225"/>
          <p:cNvSpPr/>
          <p:nvPr/>
        </p:nvSpPr>
        <p:spPr>
          <a:xfrm>
            <a:off x="5277804" y="1966154"/>
            <a:ext cx="356828" cy="973123"/>
          </a:xfrm>
          <a:prstGeom prst="curved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9" name="矩形 228"/>
          <p:cNvSpPr/>
          <p:nvPr/>
        </p:nvSpPr>
        <p:spPr>
          <a:xfrm>
            <a:off x="2329785" y="3841553"/>
            <a:ext cx="3002343" cy="6829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7" name="矩形 226"/>
          <p:cNvSpPr/>
          <p:nvPr/>
        </p:nvSpPr>
        <p:spPr>
          <a:xfrm>
            <a:off x="1666872" y="1009954"/>
            <a:ext cx="8755422" cy="3041737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弧形 2"/>
          <p:cNvSpPr/>
          <p:nvPr/>
        </p:nvSpPr>
        <p:spPr>
          <a:xfrm>
            <a:off x="2439670" y="1447165"/>
            <a:ext cx="2807970" cy="2728595"/>
          </a:xfrm>
          <a:prstGeom prst="arc">
            <a:avLst>
              <a:gd name="adj1" fmla="val 16725133"/>
              <a:gd name="adj2" fmla="val 19967092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弧形 5"/>
          <p:cNvSpPr/>
          <p:nvPr/>
        </p:nvSpPr>
        <p:spPr>
          <a:xfrm>
            <a:off x="3037205" y="2319655"/>
            <a:ext cx="1588135" cy="2880360"/>
          </a:xfrm>
          <a:prstGeom prst="arc">
            <a:avLst>
              <a:gd name="adj1" fmla="val 16394454"/>
              <a:gd name="adj2" fmla="val 17587845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258310" y="2557780"/>
            <a:ext cx="294005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100"/>
              <a:t>fs</a:t>
            </a:r>
            <a:endParaRPr lang="en-US" altLang="zh-CN" sz="1100"/>
          </a:p>
        </p:txBody>
      </p:sp>
      <p:sp>
        <p:nvSpPr>
          <p:cNvPr id="8" name="文本框 7"/>
          <p:cNvSpPr txBox="1"/>
          <p:nvPr/>
        </p:nvSpPr>
        <p:spPr>
          <a:xfrm>
            <a:off x="4898390" y="2198370"/>
            <a:ext cx="283845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100"/>
              <a:t>ls</a:t>
            </a:r>
            <a:endParaRPr lang="en-US" altLang="zh-CN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WPS 文字</Application>
  <PresentationFormat>宽屏</PresentationFormat>
  <Paragraphs>66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Cambria Math</vt:lpstr>
      <vt:lpstr>Kingsoft Math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DejaVu Math TeX Gyre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jingenyan</cp:lastModifiedBy>
  <cp:revision>13</cp:revision>
  <dcterms:created xsi:type="dcterms:W3CDTF">2025-08-13T02:38:28Z</dcterms:created>
  <dcterms:modified xsi:type="dcterms:W3CDTF">2025-08-13T02:38:28Z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5956B34C762AB90FB9F99B68E183BDEA_43</vt:lpwstr>
  </property>
</Properties>
</file>