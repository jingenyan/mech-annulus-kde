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60" r:id="rId3"/>
    <p:sldId id="262" r:id="rId4"/>
  </p:sldIdLst>
  <p:sldSz cx="12599670" cy="6858000"/>
  <p:notesSz cx="6858000" cy="9144000"/>
  <p:embeddedFontLst>
    <p:embeddedFont>
      <p:font typeface="DejaVu Math TeX Gyre" panose="02000503000000000000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206E"/>
    <a:srgbClr val="0976A0"/>
    <a:srgbClr val="C04F14"/>
    <a:srgbClr val="D7E5F7"/>
    <a:srgbClr val="FBE4D7"/>
    <a:srgbClr val="3A7E22"/>
    <a:srgbClr val="FF8501"/>
    <a:srgbClr val="45B2E1"/>
    <a:srgbClr val="DBAE00"/>
    <a:srgbClr val="FFE8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87"/>
    <p:restoredTop sz="94486"/>
  </p:normalViewPr>
  <p:slideViewPr>
    <p:cSldViewPr snapToGrid="0">
      <p:cViewPr>
        <p:scale>
          <a:sx n="55" d="100"/>
          <a:sy n="55" d="100"/>
        </p:scale>
        <p:origin x="1816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30AA1-FD80-0542-9E48-D749C32AA46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95313" y="1143000"/>
            <a:ext cx="5667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DDFEF-6624-724D-BB37-FED46E827F7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95313" y="1143000"/>
            <a:ext cx="56673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DDFEF-6624-724D-BB37-FED46E827F7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1122363"/>
            <a:ext cx="94499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3602038"/>
            <a:ext cx="944999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709738"/>
            <a:ext cx="1086749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4589464"/>
            <a:ext cx="1086749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825625"/>
            <a:ext cx="5354995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825625"/>
            <a:ext cx="5354995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365126"/>
            <a:ext cx="1086749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681163"/>
            <a:ext cx="53303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505075"/>
            <a:ext cx="533038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681163"/>
            <a:ext cx="53566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505075"/>
            <a:ext cx="535663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57200"/>
            <a:ext cx="4063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987426"/>
            <a:ext cx="637874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2057400"/>
            <a:ext cx="40638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57200"/>
            <a:ext cx="4063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987426"/>
            <a:ext cx="637874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2057400"/>
            <a:ext cx="40638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365125"/>
            <a:ext cx="2716872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365125"/>
            <a:ext cx="7993117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365126"/>
            <a:ext cx="108674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825625"/>
            <a:ext cx="108674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A03DD-435F-5C43-8169-781286B53A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6356351"/>
            <a:ext cx="4252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E6002-E231-E745-8B9E-06128666267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椭圆 208"/>
          <p:cNvSpPr>
            <a:spLocks noChangeAspect="1"/>
          </p:cNvSpPr>
          <p:nvPr/>
        </p:nvSpPr>
        <p:spPr>
          <a:xfrm>
            <a:off x="3209755" y="2194120"/>
            <a:ext cx="1944000" cy="194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53412" y="1435872"/>
            <a:ext cx="1296000" cy="3274336"/>
            <a:chOff x="57177" y="474583"/>
            <a:chExt cx="1296000" cy="3274336"/>
          </a:xfrm>
        </p:grpSpPr>
        <p:sp>
          <p:nvSpPr>
            <p:cNvPr id="132" name="文本框 131"/>
            <p:cNvSpPr txBox="1"/>
            <p:nvPr/>
          </p:nvSpPr>
          <p:spPr>
            <a:xfrm>
              <a:off x="57177" y="1010897"/>
              <a:ext cx="129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Audio info</a:t>
              </a:r>
              <a:endParaRPr kumimoji="1"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9" name="图片 8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24012" y="2982840"/>
              <a:ext cx="504000" cy="504000"/>
            </a:xfrm>
            <a:prstGeom prst="rect">
              <a:avLst/>
            </a:prstGeom>
          </p:spPr>
        </p:pic>
        <p:pic>
          <p:nvPicPr>
            <p:cNvPr id="91" name="图片 9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4012" y="1310669"/>
              <a:ext cx="504000" cy="504000"/>
            </a:xfrm>
            <a:prstGeom prst="rect">
              <a:avLst/>
            </a:prstGeom>
          </p:spPr>
        </p:pic>
        <p:pic>
          <p:nvPicPr>
            <p:cNvPr id="93" name="图片 9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4012" y="474583"/>
              <a:ext cx="504000" cy="504000"/>
            </a:xfrm>
            <a:prstGeom prst="rect">
              <a:avLst/>
            </a:prstGeom>
          </p:spPr>
        </p:pic>
        <p:pic>
          <p:nvPicPr>
            <p:cNvPr id="95" name="图片 9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4012" y="2146755"/>
              <a:ext cx="504000" cy="504000"/>
            </a:xfrm>
            <a:prstGeom prst="rect">
              <a:avLst/>
            </a:prstGeom>
          </p:spPr>
        </p:pic>
        <p:sp>
          <p:nvSpPr>
            <p:cNvPr id="96" name="文本框 95"/>
            <p:cNvSpPr txBox="1"/>
            <p:nvPr/>
          </p:nvSpPr>
          <p:spPr>
            <a:xfrm>
              <a:off x="57177" y="1831238"/>
              <a:ext cx="129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Text info</a:t>
              </a:r>
              <a:endParaRPr kumimoji="1"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57177" y="2651579"/>
              <a:ext cx="129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Traffic info</a:t>
              </a:r>
              <a:endParaRPr kumimoji="1"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57177" y="3471920"/>
              <a:ext cx="129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 info</a:t>
              </a:r>
              <a:endParaRPr kumimoji="1"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0" name="文本框 129"/>
          <p:cNvSpPr txBox="1"/>
          <p:nvPr/>
        </p:nvSpPr>
        <p:spPr>
          <a:xfrm>
            <a:off x="218909" y="4969445"/>
            <a:ext cx="174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and multidimensional data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右箭头 158"/>
          <p:cNvSpPr/>
          <p:nvPr/>
        </p:nvSpPr>
        <p:spPr>
          <a:xfrm>
            <a:off x="2434806" y="2926914"/>
            <a:ext cx="691813" cy="3240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5" name="文本框 164"/>
          <p:cNvSpPr txBox="1"/>
          <p:nvPr/>
        </p:nvSpPr>
        <p:spPr>
          <a:xfrm>
            <a:off x="2183735" y="3263059"/>
            <a:ext cx="992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kumimoji="1"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kumimoji="1"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椭圆 166"/>
          <p:cNvSpPr>
            <a:spLocks noChangeAspect="1"/>
          </p:cNvSpPr>
          <p:nvPr/>
        </p:nvSpPr>
        <p:spPr>
          <a:xfrm>
            <a:off x="3461755" y="2446120"/>
            <a:ext cx="1440000" cy="1440000"/>
          </a:xfrm>
          <a:prstGeom prst="ellipse">
            <a:avLst/>
          </a:prstGeom>
          <a:solidFill>
            <a:srgbClr val="FFE7B3"/>
          </a:solidFill>
          <a:ln w="6350">
            <a:solidFill>
              <a:srgbClr val="FF850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9" name="椭圆 168"/>
          <p:cNvSpPr>
            <a:spLocks noChangeAspect="1"/>
          </p:cNvSpPr>
          <p:nvPr/>
        </p:nvSpPr>
        <p:spPr>
          <a:xfrm>
            <a:off x="3731755" y="2716120"/>
            <a:ext cx="900000" cy="90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0" name="椭圆 169"/>
          <p:cNvSpPr>
            <a:spLocks noChangeAspect="1"/>
          </p:cNvSpPr>
          <p:nvPr/>
        </p:nvSpPr>
        <p:spPr>
          <a:xfrm>
            <a:off x="3965755" y="2950120"/>
            <a:ext cx="432000" cy="432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2" name="椭圆 171"/>
          <p:cNvSpPr>
            <a:spLocks noChangeAspect="1"/>
          </p:cNvSpPr>
          <p:nvPr/>
        </p:nvSpPr>
        <p:spPr>
          <a:xfrm>
            <a:off x="4186123" y="2985188"/>
            <a:ext cx="36000" cy="3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2" name="椭圆 161"/>
          <p:cNvSpPr>
            <a:spLocks noChangeAspect="1"/>
          </p:cNvSpPr>
          <p:nvPr/>
        </p:nvSpPr>
        <p:spPr>
          <a:xfrm>
            <a:off x="4600123" y="2355709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3" name="椭圆 172"/>
          <p:cNvSpPr>
            <a:spLocks noChangeAspect="1"/>
          </p:cNvSpPr>
          <p:nvPr/>
        </p:nvSpPr>
        <p:spPr>
          <a:xfrm>
            <a:off x="4197879" y="4002923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4" name="椭圆 173"/>
          <p:cNvSpPr>
            <a:spLocks noChangeAspect="1"/>
          </p:cNvSpPr>
          <p:nvPr/>
        </p:nvSpPr>
        <p:spPr>
          <a:xfrm>
            <a:off x="4904923" y="2660509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5" name="椭圆 174"/>
          <p:cNvSpPr>
            <a:spLocks noChangeAspect="1"/>
          </p:cNvSpPr>
          <p:nvPr/>
        </p:nvSpPr>
        <p:spPr>
          <a:xfrm>
            <a:off x="5004523" y="2875861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6" name="椭圆 175"/>
          <p:cNvSpPr>
            <a:spLocks noChangeAspect="1"/>
          </p:cNvSpPr>
          <p:nvPr/>
        </p:nvSpPr>
        <p:spPr>
          <a:xfrm>
            <a:off x="3934123" y="2341038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8" name="椭圆 177"/>
          <p:cNvSpPr>
            <a:spLocks noChangeAspect="1"/>
          </p:cNvSpPr>
          <p:nvPr/>
        </p:nvSpPr>
        <p:spPr>
          <a:xfrm>
            <a:off x="4992061" y="3144391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9" name="椭圆 178"/>
          <p:cNvSpPr>
            <a:spLocks noChangeAspect="1"/>
          </p:cNvSpPr>
          <p:nvPr/>
        </p:nvSpPr>
        <p:spPr>
          <a:xfrm>
            <a:off x="4956061" y="3370811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0" name="椭圆 179"/>
          <p:cNvSpPr>
            <a:spLocks noChangeAspect="1"/>
          </p:cNvSpPr>
          <p:nvPr/>
        </p:nvSpPr>
        <p:spPr>
          <a:xfrm>
            <a:off x="4854192" y="3593834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1" name="椭圆 180"/>
          <p:cNvSpPr>
            <a:spLocks noChangeAspect="1"/>
          </p:cNvSpPr>
          <p:nvPr/>
        </p:nvSpPr>
        <p:spPr>
          <a:xfrm>
            <a:off x="3446054" y="2624315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2" name="椭圆 181"/>
          <p:cNvSpPr>
            <a:spLocks noChangeAspect="1"/>
          </p:cNvSpPr>
          <p:nvPr/>
        </p:nvSpPr>
        <p:spPr>
          <a:xfrm>
            <a:off x="3263850" y="2887112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3" name="椭圆 182"/>
          <p:cNvSpPr>
            <a:spLocks noChangeAspect="1"/>
          </p:cNvSpPr>
          <p:nvPr/>
        </p:nvSpPr>
        <p:spPr>
          <a:xfrm>
            <a:off x="3316654" y="3202120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4" name="椭圆 183"/>
          <p:cNvSpPr>
            <a:spLocks noChangeAspect="1"/>
          </p:cNvSpPr>
          <p:nvPr/>
        </p:nvSpPr>
        <p:spPr>
          <a:xfrm>
            <a:off x="3299850" y="3512316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5" name="椭圆 184"/>
          <p:cNvSpPr>
            <a:spLocks noChangeAspect="1"/>
          </p:cNvSpPr>
          <p:nvPr/>
        </p:nvSpPr>
        <p:spPr>
          <a:xfrm>
            <a:off x="3527703" y="3665834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1" name="椭圆 190"/>
          <p:cNvSpPr>
            <a:spLocks noChangeAspect="1"/>
          </p:cNvSpPr>
          <p:nvPr/>
        </p:nvSpPr>
        <p:spPr>
          <a:xfrm>
            <a:off x="3882931" y="2941021"/>
            <a:ext cx="36000" cy="36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2" name="椭圆 191"/>
          <p:cNvSpPr>
            <a:spLocks noChangeAspect="1"/>
          </p:cNvSpPr>
          <p:nvPr/>
        </p:nvSpPr>
        <p:spPr>
          <a:xfrm>
            <a:off x="3840383" y="3107347"/>
            <a:ext cx="36000" cy="36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3" name="椭圆 192"/>
          <p:cNvSpPr>
            <a:spLocks noChangeAspect="1"/>
          </p:cNvSpPr>
          <p:nvPr/>
        </p:nvSpPr>
        <p:spPr>
          <a:xfrm>
            <a:off x="4114123" y="2803780"/>
            <a:ext cx="36000" cy="36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4" name="椭圆 193"/>
          <p:cNvSpPr>
            <a:spLocks noChangeAspect="1"/>
          </p:cNvSpPr>
          <p:nvPr/>
        </p:nvSpPr>
        <p:spPr>
          <a:xfrm>
            <a:off x="3901515" y="3322915"/>
            <a:ext cx="36000" cy="36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7" name="椭圆 196"/>
          <p:cNvSpPr>
            <a:spLocks noChangeAspect="1"/>
          </p:cNvSpPr>
          <p:nvPr/>
        </p:nvSpPr>
        <p:spPr>
          <a:xfrm>
            <a:off x="4703840" y="2956180"/>
            <a:ext cx="36000" cy="36000"/>
          </a:xfrm>
          <a:prstGeom prst="ellipse">
            <a:avLst/>
          </a:prstGeom>
          <a:solidFill>
            <a:srgbClr val="DBAE00"/>
          </a:solidFill>
          <a:ln>
            <a:solidFill>
              <a:srgbClr val="DB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8" name="椭圆 197"/>
          <p:cNvSpPr>
            <a:spLocks noChangeAspect="1"/>
          </p:cNvSpPr>
          <p:nvPr/>
        </p:nvSpPr>
        <p:spPr>
          <a:xfrm>
            <a:off x="4723606" y="3183421"/>
            <a:ext cx="36000" cy="36000"/>
          </a:xfrm>
          <a:prstGeom prst="ellipse">
            <a:avLst/>
          </a:prstGeom>
          <a:solidFill>
            <a:srgbClr val="DBAE00"/>
          </a:solidFill>
          <a:ln>
            <a:solidFill>
              <a:srgbClr val="DB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9" name="椭圆 198"/>
          <p:cNvSpPr>
            <a:spLocks noChangeAspect="1"/>
          </p:cNvSpPr>
          <p:nvPr/>
        </p:nvSpPr>
        <p:spPr>
          <a:xfrm>
            <a:off x="4434545" y="2651798"/>
            <a:ext cx="36000" cy="36000"/>
          </a:xfrm>
          <a:prstGeom prst="ellipse">
            <a:avLst/>
          </a:prstGeom>
          <a:solidFill>
            <a:srgbClr val="DBAE00"/>
          </a:solidFill>
          <a:ln>
            <a:solidFill>
              <a:srgbClr val="DB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/>
              <p:cNvSpPr txBox="1"/>
              <p:nvPr/>
            </p:nvSpPr>
            <p:spPr>
              <a:xfrm>
                <a:off x="4559063" y="3673736"/>
                <a:ext cx="30584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10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00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063" y="3673736"/>
                <a:ext cx="305841" cy="246221"/>
              </a:xfrm>
              <a:prstGeom prst="rect">
                <a:avLst/>
              </a:prstGeom>
              <a:blipFill rotWithShape="1">
                <a:blip r:embed="rId5"/>
                <a:stretch>
                  <a:fillRect l="-130" t="-106" r="55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椭圆 200"/>
          <p:cNvSpPr>
            <a:spLocks noChangeAspect="1"/>
          </p:cNvSpPr>
          <p:nvPr/>
        </p:nvSpPr>
        <p:spPr>
          <a:xfrm>
            <a:off x="3857235" y="2607410"/>
            <a:ext cx="36000" cy="36000"/>
          </a:xfrm>
          <a:prstGeom prst="ellipse">
            <a:avLst/>
          </a:prstGeom>
          <a:solidFill>
            <a:srgbClr val="DBAE00"/>
          </a:solidFill>
          <a:ln>
            <a:solidFill>
              <a:srgbClr val="DB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2" name="椭圆 201"/>
          <p:cNvSpPr>
            <a:spLocks noChangeAspect="1"/>
          </p:cNvSpPr>
          <p:nvPr/>
        </p:nvSpPr>
        <p:spPr>
          <a:xfrm>
            <a:off x="3977844" y="3665834"/>
            <a:ext cx="36000" cy="36000"/>
          </a:xfrm>
          <a:prstGeom prst="ellipse">
            <a:avLst/>
          </a:prstGeom>
          <a:solidFill>
            <a:srgbClr val="DBAE00"/>
          </a:solidFill>
          <a:ln>
            <a:solidFill>
              <a:srgbClr val="DB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3" name="椭圆 202"/>
          <p:cNvSpPr>
            <a:spLocks noChangeAspect="1"/>
          </p:cNvSpPr>
          <p:nvPr/>
        </p:nvSpPr>
        <p:spPr>
          <a:xfrm>
            <a:off x="4629327" y="3449912"/>
            <a:ext cx="36000" cy="36000"/>
          </a:xfrm>
          <a:prstGeom prst="ellipse">
            <a:avLst/>
          </a:prstGeom>
          <a:solidFill>
            <a:srgbClr val="DBAE00"/>
          </a:solidFill>
          <a:ln>
            <a:solidFill>
              <a:srgbClr val="DB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4" name="椭圆 203"/>
          <p:cNvSpPr>
            <a:spLocks noChangeAspect="1"/>
          </p:cNvSpPr>
          <p:nvPr/>
        </p:nvSpPr>
        <p:spPr>
          <a:xfrm>
            <a:off x="3551518" y="3130120"/>
            <a:ext cx="36000" cy="36000"/>
          </a:xfrm>
          <a:prstGeom prst="ellipse">
            <a:avLst/>
          </a:prstGeom>
          <a:solidFill>
            <a:srgbClr val="DBAE00"/>
          </a:solidFill>
          <a:ln>
            <a:solidFill>
              <a:srgbClr val="DB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8" name="文本框 207"/>
          <p:cNvSpPr txBox="1"/>
          <p:nvPr/>
        </p:nvSpPr>
        <p:spPr>
          <a:xfrm>
            <a:off x="2939597" y="1913968"/>
            <a:ext cx="2413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Annulus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centered on </a:t>
            </a:r>
            <a:r>
              <a:rPr kumimoji="1"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kumimoji="1"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椭圆 211"/>
          <p:cNvSpPr>
            <a:spLocks noChangeAspect="1"/>
          </p:cNvSpPr>
          <p:nvPr/>
        </p:nvSpPr>
        <p:spPr>
          <a:xfrm>
            <a:off x="6115199" y="2203219"/>
            <a:ext cx="1944000" cy="194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3" name="椭圆 212"/>
          <p:cNvSpPr>
            <a:spLocks noChangeAspect="1"/>
          </p:cNvSpPr>
          <p:nvPr/>
        </p:nvSpPr>
        <p:spPr>
          <a:xfrm>
            <a:off x="6371567" y="2446120"/>
            <a:ext cx="1440000" cy="1440000"/>
          </a:xfrm>
          <a:prstGeom prst="ellipse">
            <a:avLst/>
          </a:prstGeom>
          <a:solidFill>
            <a:srgbClr val="FFE7B3"/>
          </a:solidFill>
          <a:ln w="6350">
            <a:solidFill>
              <a:srgbClr val="FF850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4" name="椭圆 213"/>
          <p:cNvSpPr>
            <a:spLocks noChangeAspect="1"/>
          </p:cNvSpPr>
          <p:nvPr/>
        </p:nvSpPr>
        <p:spPr>
          <a:xfrm>
            <a:off x="6641567" y="2716120"/>
            <a:ext cx="900000" cy="90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5" name="椭圆 214"/>
          <p:cNvSpPr>
            <a:spLocks noChangeAspect="1"/>
          </p:cNvSpPr>
          <p:nvPr/>
        </p:nvSpPr>
        <p:spPr>
          <a:xfrm>
            <a:off x="6875567" y="2950120"/>
            <a:ext cx="432000" cy="432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6" name="五角星 215"/>
          <p:cNvSpPr>
            <a:spLocks noChangeAspect="1"/>
          </p:cNvSpPr>
          <p:nvPr/>
        </p:nvSpPr>
        <p:spPr>
          <a:xfrm>
            <a:off x="7054632" y="3129287"/>
            <a:ext cx="72000" cy="7200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4180960" y="2990240"/>
                <a:ext cx="30584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10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zh-CN" altLang="en-US" sz="1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960" y="2990240"/>
                <a:ext cx="305841" cy="246221"/>
              </a:xfrm>
              <a:prstGeom prst="rect">
                <a:avLst/>
              </a:prstGeom>
              <a:blipFill rotWithShape="1">
                <a:blip r:embed="rId6"/>
                <a:stretch>
                  <a:fillRect l="-39" t="-10" r="172" b="2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线连接符 61"/>
          <p:cNvCxnSpPr>
            <a:stCxn id="169" idx="1"/>
          </p:cNvCxnSpPr>
          <p:nvPr/>
        </p:nvCxnSpPr>
        <p:spPr>
          <a:xfrm>
            <a:off x="3863557" y="2847922"/>
            <a:ext cx="309694" cy="285254"/>
          </a:xfrm>
          <a:prstGeom prst="line">
            <a:avLst/>
          </a:prstGeom>
          <a:ln w="12700">
            <a:solidFill>
              <a:srgbClr val="C04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/>
          <p:cNvCxnSpPr>
            <a:endCxn id="170" idx="7"/>
          </p:cNvCxnSpPr>
          <p:nvPr/>
        </p:nvCxnSpPr>
        <p:spPr>
          <a:xfrm flipV="1">
            <a:off x="4198707" y="3013385"/>
            <a:ext cx="135783" cy="119791"/>
          </a:xfrm>
          <a:prstGeom prst="line">
            <a:avLst/>
          </a:prstGeom>
          <a:ln w="12700">
            <a:solidFill>
              <a:srgbClr val="45B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3880283" y="2770751"/>
                <a:ext cx="30584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10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sz="1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283" y="2770751"/>
                <a:ext cx="305841" cy="246221"/>
              </a:xfrm>
              <a:prstGeom prst="rect">
                <a:avLst/>
              </a:prstGeom>
              <a:blipFill rotWithShape="1">
                <a:blip r:embed="rId7"/>
                <a:stretch>
                  <a:fillRect l="-142" t="-100" r="67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椭圆 47"/>
          <p:cNvSpPr>
            <a:spLocks noChangeAspect="1"/>
          </p:cNvSpPr>
          <p:nvPr/>
        </p:nvSpPr>
        <p:spPr>
          <a:xfrm>
            <a:off x="4164556" y="3155019"/>
            <a:ext cx="36000" cy="3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6" name="直线连接符 65"/>
          <p:cNvCxnSpPr/>
          <p:nvPr/>
        </p:nvCxnSpPr>
        <p:spPr>
          <a:xfrm flipV="1">
            <a:off x="3668284" y="3158632"/>
            <a:ext cx="504967" cy="516606"/>
          </a:xfrm>
          <a:prstGeom prst="line">
            <a:avLst/>
          </a:prstGeom>
          <a:ln w="12700">
            <a:solidFill>
              <a:srgbClr val="FF85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/>
              <p:cNvSpPr txBox="1"/>
              <p:nvPr/>
            </p:nvSpPr>
            <p:spPr>
              <a:xfrm>
                <a:off x="3695311" y="3485571"/>
                <a:ext cx="30584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10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sz="1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71" name="文本框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311" y="3485571"/>
                <a:ext cx="305841" cy="246221"/>
              </a:xfrm>
              <a:prstGeom prst="rect">
                <a:avLst/>
              </a:prstGeom>
              <a:blipFill rotWithShape="1">
                <a:blip r:embed="rId8"/>
                <a:stretch>
                  <a:fillRect l="-80" t="-23" r="6" b="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线连接符 71"/>
          <p:cNvCxnSpPr>
            <a:stCxn id="209" idx="5"/>
          </p:cNvCxnSpPr>
          <p:nvPr/>
        </p:nvCxnSpPr>
        <p:spPr>
          <a:xfrm flipH="1" flipV="1">
            <a:off x="4198707" y="3158632"/>
            <a:ext cx="670356" cy="694796"/>
          </a:xfrm>
          <a:prstGeom prst="line">
            <a:avLst/>
          </a:prstGeom>
          <a:ln w="12700">
            <a:solidFill>
              <a:srgbClr val="3A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198181" y="2647085"/>
            <a:ext cx="1134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</a:t>
            </a:r>
            <a:endParaRPr kumimoji="1"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右箭头 77"/>
          <p:cNvSpPr/>
          <p:nvPr/>
        </p:nvSpPr>
        <p:spPr>
          <a:xfrm>
            <a:off x="5246813" y="2923112"/>
            <a:ext cx="691813" cy="3240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37" name="组合 36"/>
          <p:cNvGrpSpPr/>
          <p:nvPr/>
        </p:nvGrpSpPr>
        <p:grpSpPr>
          <a:xfrm>
            <a:off x="1672981" y="2721467"/>
            <a:ext cx="703149" cy="703149"/>
            <a:chOff x="1416107" y="2870669"/>
            <a:chExt cx="1944000" cy="1944000"/>
          </a:xfrm>
        </p:grpSpPr>
        <p:sp>
          <p:nvSpPr>
            <p:cNvPr id="4" name="椭圆 3"/>
            <p:cNvSpPr>
              <a:spLocks noChangeAspect="1"/>
            </p:cNvSpPr>
            <p:nvPr/>
          </p:nvSpPr>
          <p:spPr>
            <a:xfrm>
              <a:off x="1416107" y="2870669"/>
              <a:ext cx="1944000" cy="1944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椭圆 4"/>
            <p:cNvSpPr>
              <a:spLocks noChangeAspect="1"/>
            </p:cNvSpPr>
            <p:nvPr/>
          </p:nvSpPr>
          <p:spPr>
            <a:xfrm>
              <a:off x="2418740" y="3697165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2832740" y="3067686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椭圆 6"/>
            <p:cNvSpPr>
              <a:spLocks noChangeAspect="1"/>
            </p:cNvSpPr>
            <p:nvPr/>
          </p:nvSpPr>
          <p:spPr>
            <a:xfrm>
              <a:off x="2430496" y="4714900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椭圆 7"/>
            <p:cNvSpPr>
              <a:spLocks noChangeAspect="1"/>
            </p:cNvSpPr>
            <p:nvPr/>
          </p:nvSpPr>
          <p:spPr>
            <a:xfrm>
              <a:off x="3137540" y="3372486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椭圆 8"/>
            <p:cNvSpPr>
              <a:spLocks noChangeAspect="1"/>
            </p:cNvSpPr>
            <p:nvPr/>
          </p:nvSpPr>
          <p:spPr>
            <a:xfrm>
              <a:off x="3237140" y="3587838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椭圆 9"/>
            <p:cNvSpPr>
              <a:spLocks noChangeAspect="1"/>
            </p:cNvSpPr>
            <p:nvPr/>
          </p:nvSpPr>
          <p:spPr>
            <a:xfrm>
              <a:off x="2166740" y="3053015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3224678" y="3856368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/>
            <p:cNvSpPr>
              <a:spLocks noChangeAspect="1"/>
            </p:cNvSpPr>
            <p:nvPr/>
          </p:nvSpPr>
          <p:spPr>
            <a:xfrm>
              <a:off x="3188678" y="4082788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 12"/>
            <p:cNvSpPr>
              <a:spLocks noChangeAspect="1"/>
            </p:cNvSpPr>
            <p:nvPr/>
          </p:nvSpPr>
          <p:spPr>
            <a:xfrm>
              <a:off x="3086809" y="4305811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/>
            <p:cNvSpPr>
              <a:spLocks noChangeAspect="1"/>
            </p:cNvSpPr>
            <p:nvPr/>
          </p:nvSpPr>
          <p:spPr>
            <a:xfrm>
              <a:off x="1678671" y="3336292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/>
            <p:cNvSpPr>
              <a:spLocks noChangeAspect="1"/>
            </p:cNvSpPr>
            <p:nvPr/>
          </p:nvSpPr>
          <p:spPr>
            <a:xfrm>
              <a:off x="1496467" y="3599089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/>
            <p:cNvSpPr>
              <a:spLocks noChangeAspect="1"/>
            </p:cNvSpPr>
            <p:nvPr/>
          </p:nvSpPr>
          <p:spPr>
            <a:xfrm>
              <a:off x="1549271" y="3914097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/>
            <p:cNvSpPr>
              <a:spLocks noChangeAspect="1"/>
            </p:cNvSpPr>
            <p:nvPr/>
          </p:nvSpPr>
          <p:spPr>
            <a:xfrm>
              <a:off x="1532467" y="4224293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>
              <a:spLocks noChangeAspect="1"/>
            </p:cNvSpPr>
            <p:nvPr/>
          </p:nvSpPr>
          <p:spPr>
            <a:xfrm>
              <a:off x="1760320" y="4377811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椭圆 18"/>
            <p:cNvSpPr>
              <a:spLocks noChangeAspect="1"/>
            </p:cNvSpPr>
            <p:nvPr/>
          </p:nvSpPr>
          <p:spPr>
            <a:xfrm>
              <a:off x="2115548" y="3652998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椭圆 19"/>
            <p:cNvSpPr>
              <a:spLocks noChangeAspect="1"/>
            </p:cNvSpPr>
            <p:nvPr/>
          </p:nvSpPr>
          <p:spPr>
            <a:xfrm>
              <a:off x="2073000" y="3819324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>
              <a:spLocks noChangeAspect="1"/>
            </p:cNvSpPr>
            <p:nvPr/>
          </p:nvSpPr>
          <p:spPr>
            <a:xfrm>
              <a:off x="2346740" y="3515757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椭圆 21"/>
            <p:cNvSpPr>
              <a:spLocks noChangeAspect="1"/>
            </p:cNvSpPr>
            <p:nvPr/>
          </p:nvSpPr>
          <p:spPr>
            <a:xfrm>
              <a:off x="2151548" y="4082788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椭圆 22"/>
            <p:cNvSpPr>
              <a:spLocks noChangeAspect="1"/>
            </p:cNvSpPr>
            <p:nvPr/>
          </p:nvSpPr>
          <p:spPr>
            <a:xfrm>
              <a:off x="2936457" y="3668157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椭圆 23"/>
            <p:cNvSpPr>
              <a:spLocks noChangeAspect="1"/>
            </p:cNvSpPr>
            <p:nvPr/>
          </p:nvSpPr>
          <p:spPr>
            <a:xfrm>
              <a:off x="2956223" y="3895398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椭圆 24"/>
            <p:cNvSpPr>
              <a:spLocks noChangeAspect="1"/>
            </p:cNvSpPr>
            <p:nvPr/>
          </p:nvSpPr>
          <p:spPr>
            <a:xfrm>
              <a:off x="2667162" y="3363775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2089852" y="3319387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椭圆 26"/>
            <p:cNvSpPr>
              <a:spLocks noChangeAspect="1"/>
            </p:cNvSpPr>
            <p:nvPr/>
          </p:nvSpPr>
          <p:spPr>
            <a:xfrm>
              <a:off x="2210461" y="4377811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椭圆 27"/>
            <p:cNvSpPr>
              <a:spLocks noChangeAspect="1"/>
            </p:cNvSpPr>
            <p:nvPr/>
          </p:nvSpPr>
          <p:spPr>
            <a:xfrm>
              <a:off x="2861944" y="4161889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椭圆 28"/>
            <p:cNvSpPr>
              <a:spLocks noChangeAspect="1"/>
            </p:cNvSpPr>
            <p:nvPr/>
          </p:nvSpPr>
          <p:spPr>
            <a:xfrm>
              <a:off x="1784135" y="3842097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椭圆 29"/>
            <p:cNvSpPr>
              <a:spLocks noChangeAspect="1"/>
            </p:cNvSpPr>
            <p:nvPr/>
          </p:nvSpPr>
          <p:spPr>
            <a:xfrm>
              <a:off x="2408846" y="3008522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椭圆 30"/>
            <p:cNvSpPr>
              <a:spLocks noChangeAspect="1"/>
            </p:cNvSpPr>
            <p:nvPr/>
          </p:nvSpPr>
          <p:spPr>
            <a:xfrm>
              <a:off x="1927927" y="3452737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椭圆 31"/>
            <p:cNvSpPr>
              <a:spLocks noChangeAspect="1"/>
            </p:cNvSpPr>
            <p:nvPr/>
          </p:nvSpPr>
          <p:spPr>
            <a:xfrm>
              <a:off x="2536656" y="3952896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2436740" y="4197547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椭圆 33"/>
            <p:cNvSpPr>
              <a:spLocks noChangeAspect="1"/>
            </p:cNvSpPr>
            <p:nvPr/>
          </p:nvSpPr>
          <p:spPr>
            <a:xfrm>
              <a:off x="2771855" y="3790398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2656600" y="4413492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椭圆 35"/>
            <p:cNvSpPr>
              <a:spLocks noChangeAspect="1"/>
            </p:cNvSpPr>
            <p:nvPr/>
          </p:nvSpPr>
          <p:spPr>
            <a:xfrm>
              <a:off x="2738061" y="4633949"/>
              <a:ext cx="36000" cy="36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9" name="文本框 78"/>
          <p:cNvSpPr txBox="1"/>
          <p:nvPr/>
        </p:nvSpPr>
        <p:spPr>
          <a:xfrm>
            <a:off x="5063263" y="2676492"/>
            <a:ext cx="1134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kumimoji="1"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矩形 230"/>
          <p:cNvSpPr>
            <a:spLocks noChangeAspect="1"/>
          </p:cNvSpPr>
          <p:nvPr/>
        </p:nvSpPr>
        <p:spPr>
          <a:xfrm rot="2700000">
            <a:off x="7192649" y="3221695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2" name="矩形 231"/>
          <p:cNvSpPr>
            <a:spLocks noChangeAspect="1"/>
          </p:cNvSpPr>
          <p:nvPr/>
        </p:nvSpPr>
        <p:spPr>
          <a:xfrm rot="2700000">
            <a:off x="7358815" y="3649357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3" name="矩形 232"/>
          <p:cNvSpPr>
            <a:spLocks noChangeAspect="1"/>
          </p:cNvSpPr>
          <p:nvPr/>
        </p:nvSpPr>
        <p:spPr>
          <a:xfrm rot="2700000">
            <a:off x="7418540" y="3080893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4" name="矩形 233"/>
          <p:cNvSpPr>
            <a:spLocks noChangeAspect="1"/>
          </p:cNvSpPr>
          <p:nvPr/>
        </p:nvSpPr>
        <p:spPr>
          <a:xfrm rot="2700000">
            <a:off x="7094655" y="3476316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右箭头 38"/>
          <p:cNvSpPr/>
          <p:nvPr/>
        </p:nvSpPr>
        <p:spPr>
          <a:xfrm>
            <a:off x="1382080" y="3016503"/>
            <a:ext cx="216000" cy="140518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0" name="矩形 79"/>
          <p:cNvSpPr>
            <a:spLocks noChangeAspect="1"/>
          </p:cNvSpPr>
          <p:nvPr/>
        </p:nvSpPr>
        <p:spPr>
          <a:xfrm rot="2700000">
            <a:off x="6719223" y="3947428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/>
              <p:cNvSpPr txBox="1"/>
              <p:nvPr/>
            </p:nvSpPr>
            <p:spPr>
              <a:xfrm>
                <a:off x="7387025" y="3933686"/>
                <a:ext cx="2340474" cy="484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12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120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12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1200">
                          <a:latin typeface="Cambria Math" panose="02040503050406030204" pitchFamily="18" charset="0"/>
                        </a:rPr>
                        <m:t>&lt;⋯&lt;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12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12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zh-CN" altLang="en-US" sz="12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120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zh-CN" altLang="en-US" sz="1200"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</m:d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025" y="3933686"/>
                <a:ext cx="2340474" cy="484556"/>
              </a:xfrm>
              <a:prstGeom prst="rect">
                <a:avLst/>
              </a:prstGeom>
              <a:blipFill rotWithShape="1">
                <a:blip r:embed="rId9"/>
                <a:stretch>
                  <a:fillRect l="-3" t="-102" r="24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矩形 80"/>
          <p:cNvSpPr>
            <a:spLocks noChangeAspect="1"/>
          </p:cNvSpPr>
          <p:nvPr/>
        </p:nvSpPr>
        <p:spPr>
          <a:xfrm rot="2700000">
            <a:off x="7119996" y="3020841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矩形 81"/>
          <p:cNvSpPr>
            <a:spLocks noChangeAspect="1"/>
          </p:cNvSpPr>
          <p:nvPr/>
        </p:nvSpPr>
        <p:spPr>
          <a:xfrm rot="2700000">
            <a:off x="6292110" y="2829237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矩形 82"/>
          <p:cNvSpPr>
            <a:spLocks noChangeAspect="1"/>
          </p:cNvSpPr>
          <p:nvPr/>
        </p:nvSpPr>
        <p:spPr>
          <a:xfrm rot="2700000">
            <a:off x="7612085" y="2941732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矩形 83"/>
          <p:cNvSpPr>
            <a:spLocks noChangeAspect="1"/>
          </p:cNvSpPr>
          <p:nvPr/>
        </p:nvSpPr>
        <p:spPr>
          <a:xfrm rot="2700000">
            <a:off x="7570940" y="3233293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2" name="矩形 241"/>
          <p:cNvSpPr>
            <a:spLocks noChangeAspect="1"/>
          </p:cNvSpPr>
          <p:nvPr/>
        </p:nvSpPr>
        <p:spPr>
          <a:xfrm rot="2700000">
            <a:off x="6618997" y="2743274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7903297" y="2607230"/>
            <a:ext cx="863091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Sampled </a:t>
            </a:r>
            <a:r>
              <a:rPr kumimoji="1" lang="en-US" altLang="zh-CN" sz="800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800" i="1" baseline="-25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sz="800" i="1" baseline="-250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7903297" y="2922671"/>
            <a:ext cx="863091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solidFill>
                  <a:srgbClr val="C04F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Sampled </a:t>
            </a:r>
            <a:r>
              <a:rPr kumimoji="1" lang="en-US" altLang="zh-CN" sz="800" i="1" dirty="0">
                <a:solidFill>
                  <a:srgbClr val="C04F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800" i="1" baseline="-25000" dirty="0">
                <a:solidFill>
                  <a:srgbClr val="C04F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800" i="1" baseline="-25000" dirty="0">
              <a:solidFill>
                <a:srgbClr val="C04F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矩形 246"/>
          <p:cNvSpPr>
            <a:spLocks noChangeAspect="1"/>
          </p:cNvSpPr>
          <p:nvPr/>
        </p:nvSpPr>
        <p:spPr>
          <a:xfrm rot="2700000">
            <a:off x="7394481" y="3939537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8" name="矩形 247"/>
          <p:cNvSpPr>
            <a:spLocks noChangeAspect="1"/>
          </p:cNvSpPr>
          <p:nvPr/>
        </p:nvSpPr>
        <p:spPr>
          <a:xfrm rot="2700000">
            <a:off x="7081392" y="2320215"/>
            <a:ext cx="36000" cy="3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7903297" y="3339712"/>
            <a:ext cx="863091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solidFill>
                  <a:srgbClr val="FF85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Sampled </a:t>
            </a:r>
            <a:r>
              <a:rPr kumimoji="1" lang="en-US" altLang="zh-CN" sz="800" i="1" dirty="0">
                <a:solidFill>
                  <a:srgbClr val="FF85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800" i="1" baseline="-25000" dirty="0">
                <a:solidFill>
                  <a:srgbClr val="FF85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endParaRPr kumimoji="1" lang="zh-CN" altLang="en-US" sz="800" i="1" baseline="-25000" dirty="0">
              <a:solidFill>
                <a:srgbClr val="FF850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椭圆 248"/>
          <p:cNvSpPr>
            <a:spLocks noChangeAspect="1"/>
          </p:cNvSpPr>
          <p:nvPr/>
        </p:nvSpPr>
        <p:spPr>
          <a:xfrm>
            <a:off x="4176229" y="2296545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0" name="椭圆 249"/>
          <p:cNvSpPr>
            <a:spLocks noChangeAspect="1"/>
          </p:cNvSpPr>
          <p:nvPr/>
        </p:nvSpPr>
        <p:spPr>
          <a:xfrm>
            <a:off x="3695310" y="2740760"/>
            <a:ext cx="36000" cy="36000"/>
          </a:xfrm>
          <a:prstGeom prst="ellipse">
            <a:avLst/>
          </a:prstGeom>
          <a:solidFill>
            <a:srgbClr val="DBAE00"/>
          </a:solidFill>
          <a:ln>
            <a:solidFill>
              <a:srgbClr val="DB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1" name="椭圆 250"/>
          <p:cNvSpPr>
            <a:spLocks noChangeAspect="1"/>
          </p:cNvSpPr>
          <p:nvPr/>
        </p:nvSpPr>
        <p:spPr>
          <a:xfrm>
            <a:off x="4304039" y="3240919"/>
            <a:ext cx="36000" cy="3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2" name="椭圆 251"/>
          <p:cNvSpPr>
            <a:spLocks noChangeAspect="1"/>
          </p:cNvSpPr>
          <p:nvPr/>
        </p:nvSpPr>
        <p:spPr>
          <a:xfrm>
            <a:off x="4204123" y="3485570"/>
            <a:ext cx="36000" cy="36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3" name="椭圆 252"/>
          <p:cNvSpPr>
            <a:spLocks noChangeAspect="1"/>
          </p:cNvSpPr>
          <p:nvPr/>
        </p:nvSpPr>
        <p:spPr>
          <a:xfrm>
            <a:off x="4539238" y="3078421"/>
            <a:ext cx="36000" cy="36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7903297" y="3553552"/>
            <a:ext cx="863091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solidFill>
                  <a:srgbClr val="3A7E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Sampled </a:t>
            </a:r>
            <a:r>
              <a:rPr kumimoji="1" lang="en-US" altLang="zh-CN" sz="800" i="1" dirty="0">
                <a:solidFill>
                  <a:srgbClr val="3A7E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800" i="1" baseline="-25000" dirty="0">
                <a:solidFill>
                  <a:srgbClr val="3A7E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en-US" altLang="zh-CN" sz="800" i="1" baseline="-25000" dirty="0">
              <a:solidFill>
                <a:srgbClr val="3A7E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椭圆 253"/>
          <p:cNvSpPr>
            <a:spLocks noChangeAspect="1"/>
          </p:cNvSpPr>
          <p:nvPr/>
        </p:nvSpPr>
        <p:spPr>
          <a:xfrm>
            <a:off x="4423983" y="3701515"/>
            <a:ext cx="36000" cy="36000"/>
          </a:xfrm>
          <a:prstGeom prst="ellipse">
            <a:avLst/>
          </a:prstGeom>
          <a:solidFill>
            <a:srgbClr val="DBAE00"/>
          </a:solidFill>
          <a:ln>
            <a:solidFill>
              <a:srgbClr val="DB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5" name="椭圆 254"/>
          <p:cNvSpPr>
            <a:spLocks noChangeAspect="1"/>
          </p:cNvSpPr>
          <p:nvPr/>
        </p:nvSpPr>
        <p:spPr>
          <a:xfrm>
            <a:off x="4505444" y="3921972"/>
            <a:ext cx="36000" cy="3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6" name="文本框 255"/>
          <p:cNvSpPr txBox="1"/>
          <p:nvPr/>
        </p:nvSpPr>
        <p:spPr>
          <a:xfrm>
            <a:off x="5948301" y="1909598"/>
            <a:ext cx="2251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in each annulus</a:t>
            </a:r>
            <a:endParaRPr kumimoji="1"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2378206" y="5031490"/>
            <a:ext cx="796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kumimoji="1"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kumimoji="1"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文本框 282"/>
          <p:cNvSpPr txBox="1"/>
          <p:nvPr/>
        </p:nvSpPr>
        <p:spPr>
          <a:xfrm>
            <a:off x="3427675" y="5016645"/>
            <a:ext cx="1054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point</a:t>
            </a:r>
            <a:endParaRPr kumimoji="1"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右箭头 89"/>
          <p:cNvSpPr/>
          <p:nvPr/>
        </p:nvSpPr>
        <p:spPr>
          <a:xfrm>
            <a:off x="8714801" y="2923112"/>
            <a:ext cx="691813" cy="3240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86" name="组合 285"/>
          <p:cNvGrpSpPr/>
          <p:nvPr/>
        </p:nvGrpSpPr>
        <p:grpSpPr>
          <a:xfrm>
            <a:off x="4444901" y="5062811"/>
            <a:ext cx="180000" cy="180000"/>
            <a:chOff x="3680405" y="4294208"/>
            <a:chExt cx="180000" cy="180000"/>
          </a:xfrm>
        </p:grpSpPr>
        <p:sp>
          <p:nvSpPr>
            <p:cNvPr id="284" name="椭圆 283"/>
            <p:cNvSpPr>
              <a:spLocks noChangeAspect="1"/>
            </p:cNvSpPr>
            <p:nvPr/>
          </p:nvSpPr>
          <p:spPr>
            <a:xfrm>
              <a:off x="3680405" y="4294208"/>
              <a:ext cx="180000" cy="18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5" name="椭圆 284"/>
            <p:cNvSpPr>
              <a:spLocks noChangeAspect="1"/>
            </p:cNvSpPr>
            <p:nvPr/>
          </p:nvSpPr>
          <p:spPr>
            <a:xfrm>
              <a:off x="3716405" y="4330208"/>
              <a:ext cx="108000" cy="108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61" name="矩形 260"/>
          <p:cNvSpPr/>
          <p:nvPr/>
        </p:nvSpPr>
        <p:spPr>
          <a:xfrm>
            <a:off x="9520621" y="2867829"/>
            <a:ext cx="1011575" cy="455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KDE </a:t>
            </a:r>
            <a:r>
              <a:rPr lang="en-GB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endParaRPr lang="en-GB" altLang="zh-C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714740" y="2676525"/>
            <a:ext cx="8318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endParaRPr kumimoji="1"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矩形 264"/>
          <p:cNvSpPr/>
          <p:nvPr/>
        </p:nvSpPr>
        <p:spPr>
          <a:xfrm>
            <a:off x="11402390" y="2915745"/>
            <a:ext cx="612000" cy="3023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kumimoji="1" lang="zh-CN" altLang="en-US" sz="12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4598370" y="5010776"/>
            <a:ext cx="1054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Annulus</a:t>
            </a:r>
            <a:endParaRPr kumimoji="1"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10490112" y="2610114"/>
            <a:ext cx="880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</a:t>
            </a:r>
            <a:endParaRPr kumimoji="1"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五角星 277"/>
          <p:cNvSpPr>
            <a:spLocks noChangeAspect="1"/>
          </p:cNvSpPr>
          <p:nvPr/>
        </p:nvSpPr>
        <p:spPr>
          <a:xfrm>
            <a:off x="2180206" y="5060356"/>
            <a:ext cx="180000" cy="18000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右箭头 100"/>
          <p:cNvSpPr/>
          <p:nvPr/>
        </p:nvSpPr>
        <p:spPr>
          <a:xfrm>
            <a:off x="10586291" y="2923112"/>
            <a:ext cx="691813" cy="3240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9" name="矩形 278"/>
          <p:cNvSpPr>
            <a:spLocks noChangeAspect="1"/>
          </p:cNvSpPr>
          <p:nvPr/>
        </p:nvSpPr>
        <p:spPr>
          <a:xfrm rot="2700000">
            <a:off x="3225106" y="5076364"/>
            <a:ext cx="180000" cy="18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文本框 103"/>
          <p:cNvSpPr txBox="1"/>
          <p:nvPr/>
        </p:nvSpPr>
        <p:spPr>
          <a:xfrm>
            <a:off x="1521829" y="3581016"/>
            <a:ext cx="992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kumimoji="1"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五角星 50"/>
          <p:cNvSpPr>
            <a:spLocks noChangeAspect="1"/>
          </p:cNvSpPr>
          <p:nvPr/>
        </p:nvSpPr>
        <p:spPr>
          <a:xfrm>
            <a:off x="4146383" y="3111480"/>
            <a:ext cx="72000" cy="7200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7903297" y="3124447"/>
            <a:ext cx="863091" cy="170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800" i="1" baseline="-25000" dirty="0">
                <a:solidFill>
                  <a:srgbClr val="FF85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kumimoji="1" lang="en-US" altLang="zh-CN" sz="800" i="1" baseline="-25000" dirty="0">
              <a:solidFill>
                <a:srgbClr val="FF850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饼形 156"/>
          <p:cNvSpPr>
            <a:spLocks noChangeAspect="1"/>
          </p:cNvSpPr>
          <p:nvPr/>
        </p:nvSpPr>
        <p:spPr>
          <a:xfrm>
            <a:off x="7090482" y="2081638"/>
            <a:ext cx="2849356" cy="2849356"/>
          </a:xfrm>
          <a:prstGeom prst="pie">
            <a:avLst>
              <a:gd name="adj1" fmla="val 16144398"/>
              <a:gd name="adj2" fmla="val 9271"/>
            </a:avLst>
          </a:prstGeom>
          <a:noFill/>
          <a:ln w="63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0" name="饼形 129"/>
          <p:cNvSpPr>
            <a:spLocks noChangeAspect="1"/>
          </p:cNvSpPr>
          <p:nvPr/>
        </p:nvSpPr>
        <p:spPr>
          <a:xfrm>
            <a:off x="7344711" y="2340110"/>
            <a:ext cx="2340000" cy="2340000"/>
          </a:xfrm>
          <a:prstGeom prst="pie">
            <a:avLst>
              <a:gd name="adj1" fmla="val 16144398"/>
              <a:gd name="adj2" fmla="val 9271"/>
            </a:avLst>
          </a:prstGeom>
          <a:noFill/>
          <a:ln w="63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25" name="饼形 124"/>
          <p:cNvSpPr>
            <a:spLocks noChangeAspect="1"/>
          </p:cNvSpPr>
          <p:nvPr/>
        </p:nvSpPr>
        <p:spPr>
          <a:xfrm>
            <a:off x="8146733" y="3148370"/>
            <a:ext cx="720000" cy="720000"/>
          </a:xfrm>
          <a:prstGeom prst="pie">
            <a:avLst>
              <a:gd name="adj1" fmla="val 16144398"/>
              <a:gd name="adj2" fmla="val 9271"/>
            </a:avLst>
          </a:prstGeom>
          <a:noFill/>
          <a:ln w="63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27" name="饼形 126"/>
          <p:cNvSpPr>
            <a:spLocks noChangeAspect="1"/>
          </p:cNvSpPr>
          <p:nvPr/>
        </p:nvSpPr>
        <p:spPr>
          <a:xfrm>
            <a:off x="7973159" y="2970110"/>
            <a:ext cx="1080000" cy="1080000"/>
          </a:xfrm>
          <a:prstGeom prst="pie">
            <a:avLst>
              <a:gd name="adj1" fmla="val 16144398"/>
              <a:gd name="adj2" fmla="val 9271"/>
            </a:avLst>
          </a:prstGeom>
          <a:noFill/>
          <a:ln w="63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28" name="饼形 127"/>
          <p:cNvSpPr>
            <a:spLocks noChangeAspect="1"/>
          </p:cNvSpPr>
          <p:nvPr/>
        </p:nvSpPr>
        <p:spPr>
          <a:xfrm>
            <a:off x="7703159" y="2700110"/>
            <a:ext cx="1620000" cy="1620000"/>
          </a:xfrm>
          <a:prstGeom prst="pie">
            <a:avLst>
              <a:gd name="adj1" fmla="val 16144398"/>
              <a:gd name="adj2" fmla="val 9271"/>
            </a:avLst>
          </a:prstGeom>
          <a:noFill/>
          <a:ln w="63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0" name="平行四边形 99"/>
          <p:cNvSpPr/>
          <p:nvPr/>
        </p:nvSpPr>
        <p:spPr>
          <a:xfrm>
            <a:off x="8181451" y="1473072"/>
            <a:ext cx="2440261" cy="2179095"/>
          </a:xfrm>
          <a:prstGeom prst="parallelogram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30000"/>
            </a:scheme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椭圆 3"/>
          <p:cNvSpPr>
            <a:spLocks noChangeAspect="1"/>
          </p:cNvSpPr>
          <p:nvPr/>
        </p:nvSpPr>
        <p:spPr>
          <a:xfrm>
            <a:off x="639805" y="1774128"/>
            <a:ext cx="1944000" cy="194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 rot="5400000">
            <a:off x="639804" y="2494195"/>
            <a:ext cx="1944000" cy="503869"/>
          </a:xfrm>
          <a:prstGeom prst="ellipse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767053" y="2422498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891837" y="2743678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/>
          <p:cNvSpPr>
            <a:spLocks noChangeAspect="1"/>
          </p:cNvSpPr>
          <p:nvPr/>
        </p:nvSpPr>
        <p:spPr>
          <a:xfrm>
            <a:off x="1233962" y="1910146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/>
          <p:cNvSpPr>
            <a:spLocks noChangeAspect="1"/>
          </p:cNvSpPr>
          <p:nvPr/>
        </p:nvSpPr>
        <p:spPr>
          <a:xfrm>
            <a:off x="1623474" y="1946146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/>
          <p:cNvSpPr>
            <a:spLocks noChangeAspect="1"/>
          </p:cNvSpPr>
          <p:nvPr/>
        </p:nvSpPr>
        <p:spPr>
          <a:xfrm>
            <a:off x="1190003" y="2642754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/>
          <p:cNvSpPr>
            <a:spLocks noChangeAspect="1"/>
          </p:cNvSpPr>
          <p:nvPr/>
        </p:nvSpPr>
        <p:spPr>
          <a:xfrm>
            <a:off x="1689837" y="3015185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/>
          <p:cNvSpPr>
            <a:spLocks noChangeAspect="1"/>
          </p:cNvSpPr>
          <p:nvPr/>
        </p:nvSpPr>
        <p:spPr>
          <a:xfrm>
            <a:off x="1587474" y="3301018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椭圆 13"/>
          <p:cNvSpPr>
            <a:spLocks noChangeAspect="1"/>
          </p:cNvSpPr>
          <p:nvPr/>
        </p:nvSpPr>
        <p:spPr>
          <a:xfrm>
            <a:off x="1994637" y="3319985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2066637" y="2580474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/>
          <p:cNvSpPr>
            <a:spLocks noChangeAspect="1"/>
          </p:cNvSpPr>
          <p:nvPr/>
        </p:nvSpPr>
        <p:spPr>
          <a:xfrm>
            <a:off x="1609437" y="2444677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/>
          <p:cNvSpPr>
            <a:spLocks noChangeAspect="1"/>
          </p:cNvSpPr>
          <p:nvPr/>
        </p:nvSpPr>
        <p:spPr>
          <a:xfrm>
            <a:off x="2000383" y="1982146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/>
          <p:cNvSpPr>
            <a:spLocks noChangeAspect="1"/>
          </p:cNvSpPr>
          <p:nvPr/>
        </p:nvSpPr>
        <p:spPr>
          <a:xfrm>
            <a:off x="1069286" y="3424599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>
            <a:off x="2223771" y="312473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/>
          <p:cNvSpPr>
            <a:spLocks noChangeAspect="1"/>
          </p:cNvSpPr>
          <p:nvPr/>
        </p:nvSpPr>
        <p:spPr>
          <a:xfrm>
            <a:off x="1058406" y="285724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/>
          <p:cNvSpPr>
            <a:spLocks noChangeAspect="1"/>
          </p:cNvSpPr>
          <p:nvPr/>
        </p:nvSpPr>
        <p:spPr>
          <a:xfrm>
            <a:off x="1971755" y="2861818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/>
          <p:cNvSpPr>
            <a:spLocks noChangeAspect="1"/>
          </p:cNvSpPr>
          <p:nvPr/>
        </p:nvSpPr>
        <p:spPr>
          <a:xfrm>
            <a:off x="1845646" y="3474110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/>
          <p:cNvSpPr>
            <a:spLocks noChangeAspect="1"/>
          </p:cNvSpPr>
          <p:nvPr/>
        </p:nvSpPr>
        <p:spPr>
          <a:xfrm>
            <a:off x="1587474" y="285724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/>
          <p:cNvSpPr>
            <a:spLocks noChangeAspect="1"/>
          </p:cNvSpPr>
          <p:nvPr/>
        </p:nvSpPr>
        <p:spPr>
          <a:xfrm>
            <a:off x="1408750" y="2979185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/>
          <p:cNvSpPr>
            <a:spLocks noChangeAspect="1"/>
          </p:cNvSpPr>
          <p:nvPr/>
        </p:nvSpPr>
        <p:spPr>
          <a:xfrm>
            <a:off x="1958637" y="2275675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椭圆 25"/>
          <p:cNvSpPr>
            <a:spLocks noChangeAspect="1"/>
          </p:cNvSpPr>
          <p:nvPr/>
        </p:nvSpPr>
        <p:spPr>
          <a:xfrm>
            <a:off x="2259771" y="2322749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>
            <a:off x="1631635" y="2659118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椭圆 27"/>
          <p:cNvSpPr>
            <a:spLocks noChangeAspect="1"/>
          </p:cNvSpPr>
          <p:nvPr/>
        </p:nvSpPr>
        <p:spPr>
          <a:xfrm>
            <a:off x="2057792" y="3099569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椭圆 28"/>
          <p:cNvSpPr>
            <a:spLocks noChangeAspect="1"/>
          </p:cNvSpPr>
          <p:nvPr/>
        </p:nvSpPr>
        <p:spPr>
          <a:xfrm>
            <a:off x="2415837" y="2732875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椭圆 29"/>
          <p:cNvSpPr>
            <a:spLocks noChangeAspect="1"/>
          </p:cNvSpPr>
          <p:nvPr/>
        </p:nvSpPr>
        <p:spPr>
          <a:xfrm>
            <a:off x="954237" y="2224807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>
            <a:off x="1163085" y="235941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/>
          <p:cNvSpPr>
            <a:spLocks noChangeAspect="1"/>
          </p:cNvSpPr>
          <p:nvPr/>
        </p:nvSpPr>
        <p:spPr>
          <a:xfrm>
            <a:off x="882237" y="3229046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椭圆 32"/>
          <p:cNvSpPr>
            <a:spLocks noChangeAspect="1"/>
          </p:cNvSpPr>
          <p:nvPr/>
        </p:nvSpPr>
        <p:spPr>
          <a:xfrm>
            <a:off x="1173138" y="3220775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1494859" y="2238262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椭圆 34"/>
          <p:cNvSpPr>
            <a:spLocks noChangeAspect="1"/>
          </p:cNvSpPr>
          <p:nvPr/>
        </p:nvSpPr>
        <p:spPr>
          <a:xfrm>
            <a:off x="1215853" y="216140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椭圆 35"/>
          <p:cNvSpPr>
            <a:spLocks noChangeAspect="1"/>
          </p:cNvSpPr>
          <p:nvPr/>
        </p:nvSpPr>
        <p:spPr>
          <a:xfrm>
            <a:off x="3089424" y="1771678"/>
            <a:ext cx="1944000" cy="194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椭圆 38"/>
          <p:cNvSpPr/>
          <p:nvPr/>
        </p:nvSpPr>
        <p:spPr>
          <a:xfrm rot="10800000">
            <a:off x="637437" y="2531597"/>
            <a:ext cx="1944000" cy="503869"/>
          </a:xfrm>
          <a:prstGeom prst="ellipse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" name="椭圆 39"/>
          <p:cNvSpPr>
            <a:spLocks noChangeAspect="1"/>
          </p:cNvSpPr>
          <p:nvPr/>
        </p:nvSpPr>
        <p:spPr>
          <a:xfrm>
            <a:off x="3431424" y="2113678"/>
            <a:ext cx="1260000" cy="12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椭圆 75"/>
          <p:cNvSpPr>
            <a:spLocks noChangeAspect="1"/>
          </p:cNvSpPr>
          <p:nvPr/>
        </p:nvSpPr>
        <p:spPr>
          <a:xfrm>
            <a:off x="3701424" y="2383678"/>
            <a:ext cx="720000" cy="72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椭圆 37"/>
          <p:cNvSpPr/>
          <p:nvPr/>
        </p:nvSpPr>
        <p:spPr>
          <a:xfrm rot="10800000">
            <a:off x="3089424" y="2480893"/>
            <a:ext cx="1944000" cy="503869"/>
          </a:xfrm>
          <a:prstGeom prst="ellipse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椭圆 36"/>
          <p:cNvSpPr/>
          <p:nvPr/>
        </p:nvSpPr>
        <p:spPr>
          <a:xfrm rot="5400000">
            <a:off x="3089425" y="2491744"/>
            <a:ext cx="1944000" cy="503869"/>
          </a:xfrm>
          <a:prstGeom prst="ellipse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0" name="椭圆 79"/>
          <p:cNvSpPr/>
          <p:nvPr/>
        </p:nvSpPr>
        <p:spPr>
          <a:xfrm rot="10800000">
            <a:off x="3702775" y="2601693"/>
            <a:ext cx="718649" cy="250180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3" name="椭圆 82"/>
          <p:cNvSpPr/>
          <p:nvPr/>
        </p:nvSpPr>
        <p:spPr>
          <a:xfrm rot="10800000">
            <a:off x="3429384" y="2542606"/>
            <a:ext cx="1259341" cy="377025"/>
          </a:xfrm>
          <a:prstGeom prst="ellipse">
            <a:avLst/>
          </a:prstGeom>
          <a:noFill/>
          <a:ln w="6350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4" name="椭圆 163"/>
          <p:cNvSpPr>
            <a:spLocks noChangeAspect="1"/>
          </p:cNvSpPr>
          <p:nvPr/>
        </p:nvSpPr>
        <p:spPr>
          <a:xfrm>
            <a:off x="3274273" y="2423525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6" name="椭圆 165"/>
          <p:cNvSpPr>
            <a:spLocks noChangeAspect="1"/>
          </p:cNvSpPr>
          <p:nvPr/>
        </p:nvSpPr>
        <p:spPr>
          <a:xfrm>
            <a:off x="3399057" y="2744705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8" name="椭圆 167"/>
          <p:cNvSpPr>
            <a:spLocks noChangeAspect="1"/>
          </p:cNvSpPr>
          <p:nvPr/>
        </p:nvSpPr>
        <p:spPr>
          <a:xfrm>
            <a:off x="3741182" y="191117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7" name="椭圆 176"/>
          <p:cNvSpPr>
            <a:spLocks noChangeAspect="1"/>
          </p:cNvSpPr>
          <p:nvPr/>
        </p:nvSpPr>
        <p:spPr>
          <a:xfrm>
            <a:off x="4130694" y="194717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6" name="椭圆 185"/>
          <p:cNvSpPr>
            <a:spLocks noChangeAspect="1"/>
          </p:cNvSpPr>
          <p:nvPr/>
        </p:nvSpPr>
        <p:spPr>
          <a:xfrm>
            <a:off x="3697223" y="2643781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7" name="椭圆 186"/>
          <p:cNvSpPr>
            <a:spLocks noChangeAspect="1"/>
          </p:cNvSpPr>
          <p:nvPr/>
        </p:nvSpPr>
        <p:spPr>
          <a:xfrm>
            <a:off x="4197057" y="3016212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8" name="椭圆 187"/>
          <p:cNvSpPr>
            <a:spLocks noChangeAspect="1"/>
          </p:cNvSpPr>
          <p:nvPr/>
        </p:nvSpPr>
        <p:spPr>
          <a:xfrm>
            <a:off x="4094694" y="3302045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9" name="椭圆 188"/>
          <p:cNvSpPr>
            <a:spLocks noChangeAspect="1"/>
          </p:cNvSpPr>
          <p:nvPr/>
        </p:nvSpPr>
        <p:spPr>
          <a:xfrm>
            <a:off x="4501857" y="3321012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0" name="椭圆 189"/>
          <p:cNvSpPr>
            <a:spLocks noChangeAspect="1"/>
          </p:cNvSpPr>
          <p:nvPr/>
        </p:nvSpPr>
        <p:spPr>
          <a:xfrm>
            <a:off x="4573857" y="2581501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5" name="椭圆 194"/>
          <p:cNvSpPr>
            <a:spLocks noChangeAspect="1"/>
          </p:cNvSpPr>
          <p:nvPr/>
        </p:nvSpPr>
        <p:spPr>
          <a:xfrm>
            <a:off x="4116657" y="2445704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6" name="椭圆 195"/>
          <p:cNvSpPr>
            <a:spLocks noChangeAspect="1"/>
          </p:cNvSpPr>
          <p:nvPr/>
        </p:nvSpPr>
        <p:spPr>
          <a:xfrm>
            <a:off x="4507603" y="198317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0" name="椭圆 199"/>
          <p:cNvSpPr>
            <a:spLocks noChangeAspect="1"/>
          </p:cNvSpPr>
          <p:nvPr/>
        </p:nvSpPr>
        <p:spPr>
          <a:xfrm>
            <a:off x="3576506" y="3425626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5" name="椭圆 204"/>
          <p:cNvSpPr>
            <a:spLocks noChangeAspect="1"/>
          </p:cNvSpPr>
          <p:nvPr/>
        </p:nvSpPr>
        <p:spPr>
          <a:xfrm>
            <a:off x="4730991" y="3125760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6" name="椭圆 205"/>
          <p:cNvSpPr>
            <a:spLocks noChangeAspect="1"/>
          </p:cNvSpPr>
          <p:nvPr/>
        </p:nvSpPr>
        <p:spPr>
          <a:xfrm>
            <a:off x="3565626" y="2858270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7" name="椭圆 206"/>
          <p:cNvSpPr>
            <a:spLocks noChangeAspect="1"/>
          </p:cNvSpPr>
          <p:nvPr/>
        </p:nvSpPr>
        <p:spPr>
          <a:xfrm>
            <a:off x="4478975" y="2862845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0" name="椭圆 209"/>
          <p:cNvSpPr>
            <a:spLocks noChangeAspect="1"/>
          </p:cNvSpPr>
          <p:nvPr/>
        </p:nvSpPr>
        <p:spPr>
          <a:xfrm>
            <a:off x="4352866" y="3475137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1" name="椭圆 210"/>
          <p:cNvSpPr>
            <a:spLocks noChangeAspect="1"/>
          </p:cNvSpPr>
          <p:nvPr/>
        </p:nvSpPr>
        <p:spPr>
          <a:xfrm>
            <a:off x="4094694" y="2858270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4" name="椭圆 263"/>
          <p:cNvSpPr>
            <a:spLocks noChangeAspect="1"/>
          </p:cNvSpPr>
          <p:nvPr/>
        </p:nvSpPr>
        <p:spPr>
          <a:xfrm>
            <a:off x="3915970" y="2980212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6" name="椭圆 265"/>
          <p:cNvSpPr>
            <a:spLocks noChangeAspect="1"/>
          </p:cNvSpPr>
          <p:nvPr/>
        </p:nvSpPr>
        <p:spPr>
          <a:xfrm>
            <a:off x="4465857" y="2276702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9" name="椭圆 268"/>
          <p:cNvSpPr>
            <a:spLocks noChangeAspect="1"/>
          </p:cNvSpPr>
          <p:nvPr/>
        </p:nvSpPr>
        <p:spPr>
          <a:xfrm>
            <a:off x="4766991" y="2323776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0" name="椭圆 269"/>
          <p:cNvSpPr>
            <a:spLocks noChangeAspect="1"/>
          </p:cNvSpPr>
          <p:nvPr/>
        </p:nvSpPr>
        <p:spPr>
          <a:xfrm>
            <a:off x="4138855" y="2660145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2" name="椭圆 271"/>
          <p:cNvSpPr>
            <a:spLocks noChangeAspect="1"/>
          </p:cNvSpPr>
          <p:nvPr/>
        </p:nvSpPr>
        <p:spPr>
          <a:xfrm>
            <a:off x="4565012" y="3100596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3" name="椭圆 272"/>
          <p:cNvSpPr>
            <a:spLocks noChangeAspect="1"/>
          </p:cNvSpPr>
          <p:nvPr/>
        </p:nvSpPr>
        <p:spPr>
          <a:xfrm>
            <a:off x="4923057" y="2733902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5" name="椭圆 274"/>
          <p:cNvSpPr>
            <a:spLocks noChangeAspect="1"/>
          </p:cNvSpPr>
          <p:nvPr/>
        </p:nvSpPr>
        <p:spPr>
          <a:xfrm>
            <a:off x="3461457" y="2225834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6" name="椭圆 275"/>
          <p:cNvSpPr>
            <a:spLocks noChangeAspect="1"/>
          </p:cNvSpPr>
          <p:nvPr/>
        </p:nvSpPr>
        <p:spPr>
          <a:xfrm>
            <a:off x="3670305" y="2360440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0" name="椭圆 279"/>
          <p:cNvSpPr>
            <a:spLocks noChangeAspect="1"/>
          </p:cNvSpPr>
          <p:nvPr/>
        </p:nvSpPr>
        <p:spPr>
          <a:xfrm>
            <a:off x="3389457" y="323007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2" name="椭圆 281"/>
          <p:cNvSpPr>
            <a:spLocks noChangeAspect="1"/>
          </p:cNvSpPr>
          <p:nvPr/>
        </p:nvSpPr>
        <p:spPr>
          <a:xfrm>
            <a:off x="3680358" y="3221802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8" name="椭圆 287"/>
          <p:cNvSpPr>
            <a:spLocks noChangeAspect="1"/>
          </p:cNvSpPr>
          <p:nvPr/>
        </p:nvSpPr>
        <p:spPr>
          <a:xfrm>
            <a:off x="4002079" y="2239289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1" name="椭圆 290"/>
          <p:cNvSpPr>
            <a:spLocks noChangeAspect="1"/>
          </p:cNvSpPr>
          <p:nvPr/>
        </p:nvSpPr>
        <p:spPr>
          <a:xfrm>
            <a:off x="3723073" y="2162430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3" name="椭圆 292"/>
          <p:cNvSpPr>
            <a:spLocks noChangeAspect="1"/>
          </p:cNvSpPr>
          <p:nvPr/>
        </p:nvSpPr>
        <p:spPr>
          <a:xfrm>
            <a:off x="4055213" y="2953332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4" name="椭圆 293"/>
          <p:cNvSpPr>
            <a:spLocks noChangeAspect="1"/>
          </p:cNvSpPr>
          <p:nvPr/>
        </p:nvSpPr>
        <p:spPr>
          <a:xfrm>
            <a:off x="4725648" y="2858270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5" name="椭圆 294"/>
          <p:cNvSpPr>
            <a:spLocks noChangeAspect="1"/>
          </p:cNvSpPr>
          <p:nvPr/>
        </p:nvSpPr>
        <p:spPr>
          <a:xfrm>
            <a:off x="3807646" y="2276768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6" name="椭圆 295"/>
          <p:cNvSpPr>
            <a:spLocks noChangeAspect="1"/>
          </p:cNvSpPr>
          <p:nvPr/>
        </p:nvSpPr>
        <p:spPr>
          <a:xfrm>
            <a:off x="3864854" y="3403137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7" name="椭圆 296"/>
          <p:cNvSpPr>
            <a:spLocks noChangeAspect="1"/>
          </p:cNvSpPr>
          <p:nvPr/>
        </p:nvSpPr>
        <p:spPr>
          <a:xfrm>
            <a:off x="3867993" y="2810165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右箭头 1"/>
          <p:cNvSpPr/>
          <p:nvPr/>
        </p:nvSpPr>
        <p:spPr>
          <a:xfrm>
            <a:off x="2652113" y="2677473"/>
            <a:ext cx="363450" cy="32642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079204" y="3789883"/>
                <a:ext cx="2706706" cy="358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Sphere partition via </a:t>
                </a:r>
                <a14:m>
                  <m:oMath xmlns:m="http://schemas.openxmlformats.org/officeDocument/2006/math">
                    <m:r>
                      <a:rPr kumimoji="1" lang="en-US" altLang="zh-CN" sz="1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kumimoji="1" lang="en-US" altLang="zh-CN" sz="1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CN" sz="1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𝑟𝑜𝑢𝑛𝑑</m:t>
                    </m:r>
                    <m:r>
                      <a:rPr kumimoji="1" lang="en-US" altLang="zh-CN" sz="1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kumimoji="1" lang="en-US" altLang="zh-CN" sz="1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CN" sz="1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  <m:r>
                          <a:rPr kumimoji="1" lang="en-US" altLang="zh-CN" sz="1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kumimoji="1" lang="en-US" altLang="zh-CN" sz="1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</m:num>
                      <m:den>
                        <m:r>
                          <a:rPr kumimoji="1" lang="el-GR" altLang="zh-CN" sz="1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den>
                    </m:f>
                    <m:r>
                      <a:rPr kumimoji="1" lang="en-US" altLang="zh-CN" sz="1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204" y="3789883"/>
                <a:ext cx="2706706" cy="358368"/>
              </a:xfrm>
              <a:prstGeom prst="rect">
                <a:avLst/>
              </a:prstGeom>
              <a:blipFill rotWithShape="1">
                <a:blip r:embed="rId1"/>
                <a:stretch>
                  <a:fillRect l="-4" t="-57" r="16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右箭头 4"/>
          <p:cNvSpPr/>
          <p:nvPr/>
        </p:nvSpPr>
        <p:spPr>
          <a:xfrm>
            <a:off x="5107285" y="2652468"/>
            <a:ext cx="363450" cy="32642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1" name="椭圆 40"/>
          <p:cNvSpPr>
            <a:spLocks noChangeAspect="1"/>
          </p:cNvSpPr>
          <p:nvPr/>
        </p:nvSpPr>
        <p:spPr>
          <a:xfrm>
            <a:off x="5549878" y="1771678"/>
            <a:ext cx="1944000" cy="194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椭圆 41"/>
          <p:cNvSpPr>
            <a:spLocks noChangeAspect="1"/>
          </p:cNvSpPr>
          <p:nvPr/>
        </p:nvSpPr>
        <p:spPr>
          <a:xfrm>
            <a:off x="5891878" y="2113678"/>
            <a:ext cx="1260000" cy="12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椭圆 42"/>
          <p:cNvSpPr>
            <a:spLocks noChangeAspect="1"/>
          </p:cNvSpPr>
          <p:nvPr/>
        </p:nvSpPr>
        <p:spPr>
          <a:xfrm>
            <a:off x="6161878" y="2383678"/>
            <a:ext cx="720000" cy="72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椭圆 43"/>
          <p:cNvSpPr/>
          <p:nvPr/>
        </p:nvSpPr>
        <p:spPr>
          <a:xfrm rot="10800000">
            <a:off x="5549878" y="2480893"/>
            <a:ext cx="1944000" cy="503869"/>
          </a:xfrm>
          <a:prstGeom prst="ellipse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" name="椭圆 44"/>
          <p:cNvSpPr/>
          <p:nvPr/>
        </p:nvSpPr>
        <p:spPr>
          <a:xfrm rot="5400000">
            <a:off x="5549879" y="2491744"/>
            <a:ext cx="1944000" cy="503869"/>
          </a:xfrm>
          <a:prstGeom prst="ellipse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椭圆 45"/>
          <p:cNvSpPr/>
          <p:nvPr/>
        </p:nvSpPr>
        <p:spPr>
          <a:xfrm rot="10800000">
            <a:off x="6163229" y="2601693"/>
            <a:ext cx="718649" cy="250180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" name="椭圆 46"/>
          <p:cNvSpPr/>
          <p:nvPr/>
        </p:nvSpPr>
        <p:spPr>
          <a:xfrm rot="10800000">
            <a:off x="5889838" y="2542606"/>
            <a:ext cx="1259341" cy="377025"/>
          </a:xfrm>
          <a:prstGeom prst="ellipse">
            <a:avLst/>
          </a:prstGeom>
          <a:noFill/>
          <a:ln w="6350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8" name="椭圆 47"/>
          <p:cNvSpPr>
            <a:spLocks noChangeAspect="1"/>
          </p:cNvSpPr>
          <p:nvPr/>
        </p:nvSpPr>
        <p:spPr>
          <a:xfrm>
            <a:off x="5734727" y="2423525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5859511" y="2744705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椭圆 49"/>
          <p:cNvSpPr>
            <a:spLocks noChangeAspect="1"/>
          </p:cNvSpPr>
          <p:nvPr/>
        </p:nvSpPr>
        <p:spPr>
          <a:xfrm>
            <a:off x="6201636" y="191117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椭圆 50"/>
          <p:cNvSpPr>
            <a:spLocks noChangeAspect="1"/>
          </p:cNvSpPr>
          <p:nvPr/>
        </p:nvSpPr>
        <p:spPr>
          <a:xfrm>
            <a:off x="6591148" y="194717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6157677" y="2643781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椭圆 52"/>
          <p:cNvSpPr>
            <a:spLocks noChangeAspect="1"/>
          </p:cNvSpPr>
          <p:nvPr/>
        </p:nvSpPr>
        <p:spPr>
          <a:xfrm>
            <a:off x="6657511" y="3016212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椭圆 53"/>
          <p:cNvSpPr>
            <a:spLocks noChangeAspect="1"/>
          </p:cNvSpPr>
          <p:nvPr/>
        </p:nvSpPr>
        <p:spPr>
          <a:xfrm>
            <a:off x="6555148" y="3302045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椭圆 54"/>
          <p:cNvSpPr>
            <a:spLocks noChangeAspect="1"/>
          </p:cNvSpPr>
          <p:nvPr/>
        </p:nvSpPr>
        <p:spPr>
          <a:xfrm>
            <a:off x="6962311" y="3321012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椭圆 55"/>
          <p:cNvSpPr>
            <a:spLocks noChangeAspect="1"/>
          </p:cNvSpPr>
          <p:nvPr/>
        </p:nvSpPr>
        <p:spPr>
          <a:xfrm>
            <a:off x="7034311" y="2581501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椭圆 56"/>
          <p:cNvSpPr>
            <a:spLocks noChangeAspect="1"/>
          </p:cNvSpPr>
          <p:nvPr/>
        </p:nvSpPr>
        <p:spPr>
          <a:xfrm>
            <a:off x="6577111" y="2445704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椭圆 57"/>
          <p:cNvSpPr>
            <a:spLocks noChangeAspect="1"/>
          </p:cNvSpPr>
          <p:nvPr/>
        </p:nvSpPr>
        <p:spPr>
          <a:xfrm>
            <a:off x="6968057" y="198317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椭圆 58"/>
          <p:cNvSpPr>
            <a:spLocks noChangeAspect="1"/>
          </p:cNvSpPr>
          <p:nvPr/>
        </p:nvSpPr>
        <p:spPr>
          <a:xfrm>
            <a:off x="6036960" y="3425626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椭圆 59"/>
          <p:cNvSpPr>
            <a:spLocks noChangeAspect="1"/>
          </p:cNvSpPr>
          <p:nvPr/>
        </p:nvSpPr>
        <p:spPr>
          <a:xfrm>
            <a:off x="7191445" y="3125760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椭圆 60"/>
          <p:cNvSpPr>
            <a:spLocks noChangeAspect="1"/>
          </p:cNvSpPr>
          <p:nvPr/>
        </p:nvSpPr>
        <p:spPr>
          <a:xfrm>
            <a:off x="6026080" y="2858270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椭圆 61"/>
          <p:cNvSpPr>
            <a:spLocks noChangeAspect="1"/>
          </p:cNvSpPr>
          <p:nvPr/>
        </p:nvSpPr>
        <p:spPr>
          <a:xfrm>
            <a:off x="6939429" y="2862845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椭圆 62"/>
          <p:cNvSpPr>
            <a:spLocks noChangeAspect="1"/>
          </p:cNvSpPr>
          <p:nvPr/>
        </p:nvSpPr>
        <p:spPr>
          <a:xfrm>
            <a:off x="6813320" y="3475137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椭圆 63"/>
          <p:cNvSpPr>
            <a:spLocks noChangeAspect="1"/>
          </p:cNvSpPr>
          <p:nvPr/>
        </p:nvSpPr>
        <p:spPr>
          <a:xfrm>
            <a:off x="6555148" y="2858270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椭圆 64"/>
          <p:cNvSpPr>
            <a:spLocks noChangeAspect="1"/>
          </p:cNvSpPr>
          <p:nvPr/>
        </p:nvSpPr>
        <p:spPr>
          <a:xfrm>
            <a:off x="6376424" y="2980212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椭圆 65"/>
          <p:cNvSpPr>
            <a:spLocks noChangeAspect="1"/>
          </p:cNvSpPr>
          <p:nvPr/>
        </p:nvSpPr>
        <p:spPr>
          <a:xfrm>
            <a:off x="6926311" y="2276702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椭圆 66"/>
          <p:cNvSpPr>
            <a:spLocks noChangeAspect="1"/>
          </p:cNvSpPr>
          <p:nvPr/>
        </p:nvSpPr>
        <p:spPr>
          <a:xfrm>
            <a:off x="7227445" y="2323776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椭圆 67"/>
          <p:cNvSpPr>
            <a:spLocks noChangeAspect="1"/>
          </p:cNvSpPr>
          <p:nvPr/>
        </p:nvSpPr>
        <p:spPr>
          <a:xfrm>
            <a:off x="6599309" y="2660145"/>
            <a:ext cx="72000" cy="72000"/>
          </a:xfrm>
          <a:prstGeom prst="ellipse">
            <a:avLst/>
          </a:prstGeom>
          <a:solidFill>
            <a:schemeClr val="accent4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椭圆 68"/>
          <p:cNvSpPr>
            <a:spLocks noChangeAspect="1"/>
          </p:cNvSpPr>
          <p:nvPr/>
        </p:nvSpPr>
        <p:spPr>
          <a:xfrm>
            <a:off x="7025466" y="3100596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椭圆 69"/>
          <p:cNvSpPr>
            <a:spLocks noChangeAspect="1"/>
          </p:cNvSpPr>
          <p:nvPr/>
        </p:nvSpPr>
        <p:spPr>
          <a:xfrm>
            <a:off x="7383511" y="2733902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椭圆 70"/>
          <p:cNvSpPr>
            <a:spLocks noChangeAspect="1"/>
          </p:cNvSpPr>
          <p:nvPr/>
        </p:nvSpPr>
        <p:spPr>
          <a:xfrm>
            <a:off x="5921911" y="2225834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椭圆 71"/>
          <p:cNvSpPr>
            <a:spLocks noChangeAspect="1"/>
          </p:cNvSpPr>
          <p:nvPr/>
        </p:nvSpPr>
        <p:spPr>
          <a:xfrm>
            <a:off x="6130759" y="2360440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椭圆 72"/>
          <p:cNvSpPr>
            <a:spLocks noChangeAspect="1"/>
          </p:cNvSpPr>
          <p:nvPr/>
        </p:nvSpPr>
        <p:spPr>
          <a:xfrm>
            <a:off x="5849911" y="3230073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椭圆 73"/>
          <p:cNvSpPr>
            <a:spLocks noChangeAspect="1"/>
          </p:cNvSpPr>
          <p:nvPr/>
        </p:nvSpPr>
        <p:spPr>
          <a:xfrm>
            <a:off x="6140812" y="3221802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椭圆 74"/>
          <p:cNvSpPr>
            <a:spLocks noChangeAspect="1"/>
          </p:cNvSpPr>
          <p:nvPr/>
        </p:nvSpPr>
        <p:spPr>
          <a:xfrm>
            <a:off x="6462533" y="2239289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椭圆 76"/>
          <p:cNvSpPr>
            <a:spLocks noChangeAspect="1"/>
          </p:cNvSpPr>
          <p:nvPr/>
        </p:nvSpPr>
        <p:spPr>
          <a:xfrm>
            <a:off x="6183527" y="2162430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椭圆 77"/>
          <p:cNvSpPr>
            <a:spLocks noChangeAspect="1"/>
          </p:cNvSpPr>
          <p:nvPr/>
        </p:nvSpPr>
        <p:spPr>
          <a:xfrm>
            <a:off x="6515667" y="2953332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椭圆 78"/>
          <p:cNvSpPr>
            <a:spLocks noChangeAspect="1"/>
          </p:cNvSpPr>
          <p:nvPr/>
        </p:nvSpPr>
        <p:spPr>
          <a:xfrm>
            <a:off x="7186102" y="2858270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椭圆 80"/>
          <p:cNvSpPr>
            <a:spLocks noChangeAspect="1"/>
          </p:cNvSpPr>
          <p:nvPr/>
        </p:nvSpPr>
        <p:spPr>
          <a:xfrm>
            <a:off x="6268100" y="2276768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椭圆 81"/>
          <p:cNvSpPr>
            <a:spLocks noChangeAspect="1"/>
          </p:cNvSpPr>
          <p:nvPr/>
        </p:nvSpPr>
        <p:spPr>
          <a:xfrm>
            <a:off x="6325308" y="3403137"/>
            <a:ext cx="72000" cy="72000"/>
          </a:xfrm>
          <a:prstGeom prst="ellipse">
            <a:avLst/>
          </a:prstGeom>
          <a:solidFill>
            <a:schemeClr val="accent6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椭圆 83"/>
          <p:cNvSpPr>
            <a:spLocks noChangeAspect="1"/>
          </p:cNvSpPr>
          <p:nvPr/>
        </p:nvSpPr>
        <p:spPr>
          <a:xfrm>
            <a:off x="6328447" y="2810165"/>
            <a:ext cx="72000" cy="72000"/>
          </a:xfrm>
          <a:prstGeom prst="ellipse">
            <a:avLst/>
          </a:prstGeom>
          <a:solidFill>
            <a:schemeClr val="accent2">
              <a:lumMod val="75000"/>
              <a:alpha val="79000"/>
            </a:schemeClr>
          </a:solidFill>
          <a:ln>
            <a:noFill/>
          </a:ln>
          <a:scene3d>
            <a:camera prst="orthographicFront"/>
            <a:lightRig rig="threePt" dir="t"/>
          </a:scene3d>
          <a:sp3d extrusionH="6350" prstMaterial="plastic"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8649033" y="1253448"/>
            <a:ext cx="173122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DSH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平行四边形 90"/>
          <p:cNvSpPr/>
          <p:nvPr/>
        </p:nvSpPr>
        <p:spPr>
          <a:xfrm>
            <a:off x="4874191" y="3184038"/>
            <a:ext cx="2679209" cy="362072"/>
          </a:xfrm>
          <a:prstGeom prst="parallelogram">
            <a:avLst>
              <a:gd name="adj" fmla="val 87448"/>
            </a:avLst>
          </a:prstGeom>
          <a:solidFill>
            <a:schemeClr val="bg2">
              <a:lumMod val="75000"/>
              <a:alpha val="3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右箭头 93"/>
          <p:cNvSpPr/>
          <p:nvPr/>
        </p:nvSpPr>
        <p:spPr>
          <a:xfrm>
            <a:off x="7653666" y="2626953"/>
            <a:ext cx="363450" cy="32642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5" name="五角星 94"/>
          <p:cNvSpPr>
            <a:spLocks noChangeAspect="1"/>
          </p:cNvSpPr>
          <p:nvPr/>
        </p:nvSpPr>
        <p:spPr>
          <a:xfrm>
            <a:off x="6521878" y="2726783"/>
            <a:ext cx="72000" cy="7200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38100" h="38100"/>
            <a:bevelB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7" name="直线箭头连接符 96"/>
          <p:cNvCxnSpPr/>
          <p:nvPr/>
        </p:nvCxnSpPr>
        <p:spPr>
          <a:xfrm flipV="1">
            <a:off x="8314324" y="3496599"/>
            <a:ext cx="1895514" cy="133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98"/>
          <p:cNvCxnSpPr/>
          <p:nvPr/>
        </p:nvCxnSpPr>
        <p:spPr>
          <a:xfrm flipV="1">
            <a:off x="8505000" y="1800127"/>
            <a:ext cx="0" cy="19155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椭圆 101"/>
          <p:cNvSpPr>
            <a:spLocks noChangeAspect="1"/>
          </p:cNvSpPr>
          <p:nvPr/>
        </p:nvSpPr>
        <p:spPr>
          <a:xfrm>
            <a:off x="8632040" y="2113678"/>
            <a:ext cx="1260000" cy="12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椭圆 102"/>
          <p:cNvSpPr>
            <a:spLocks noChangeAspect="1"/>
          </p:cNvSpPr>
          <p:nvPr/>
        </p:nvSpPr>
        <p:spPr>
          <a:xfrm>
            <a:off x="8911518" y="2383678"/>
            <a:ext cx="720000" cy="72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4" name="直线箭头连接符 103"/>
          <p:cNvCxnSpPr/>
          <p:nvPr/>
        </p:nvCxnSpPr>
        <p:spPr>
          <a:xfrm flipV="1">
            <a:off x="8513159" y="3160733"/>
            <a:ext cx="2064470" cy="350368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/>
          <p:cNvCxnSpPr/>
          <p:nvPr/>
        </p:nvCxnSpPr>
        <p:spPr>
          <a:xfrm flipV="1">
            <a:off x="8506733" y="1537041"/>
            <a:ext cx="313304" cy="198771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空心弧 110"/>
          <p:cNvSpPr>
            <a:spLocks noChangeAspect="1"/>
          </p:cNvSpPr>
          <p:nvPr/>
        </p:nvSpPr>
        <p:spPr>
          <a:xfrm rot="4401813">
            <a:off x="7886465" y="3025240"/>
            <a:ext cx="1080000" cy="1080000"/>
          </a:xfrm>
          <a:prstGeom prst="blockArc">
            <a:avLst>
              <a:gd name="adj1" fmla="val 12857602"/>
              <a:gd name="adj2" fmla="val 16273934"/>
              <a:gd name="adj3" fmla="val 106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2" name="五角星 111"/>
          <p:cNvSpPr>
            <a:spLocks noChangeAspect="1"/>
          </p:cNvSpPr>
          <p:nvPr/>
        </p:nvSpPr>
        <p:spPr>
          <a:xfrm>
            <a:off x="9285661" y="2726783"/>
            <a:ext cx="72000" cy="7200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椭圆 112"/>
          <p:cNvSpPr>
            <a:spLocks noChangeAspect="1"/>
          </p:cNvSpPr>
          <p:nvPr/>
        </p:nvSpPr>
        <p:spPr>
          <a:xfrm>
            <a:off x="9298831" y="2524606"/>
            <a:ext cx="36000" cy="3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椭圆 114"/>
          <p:cNvSpPr>
            <a:spLocks noChangeAspect="1"/>
          </p:cNvSpPr>
          <p:nvPr/>
        </p:nvSpPr>
        <p:spPr>
          <a:xfrm>
            <a:off x="9414722" y="2761678"/>
            <a:ext cx="36000" cy="3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矩形 116"/>
          <p:cNvSpPr>
            <a:spLocks noChangeAspect="1"/>
          </p:cNvSpPr>
          <p:nvPr/>
        </p:nvSpPr>
        <p:spPr>
          <a:xfrm rot="2700000">
            <a:off x="9546424" y="2750296"/>
            <a:ext cx="36000" cy="36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8" name="矩形 117"/>
          <p:cNvSpPr>
            <a:spLocks noChangeAspect="1"/>
          </p:cNvSpPr>
          <p:nvPr/>
        </p:nvSpPr>
        <p:spPr>
          <a:xfrm rot="2700000">
            <a:off x="9666711" y="2508000"/>
            <a:ext cx="36000" cy="36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矩形 118"/>
          <p:cNvSpPr>
            <a:spLocks noChangeAspect="1"/>
          </p:cNvSpPr>
          <p:nvPr/>
        </p:nvSpPr>
        <p:spPr>
          <a:xfrm rot="2700000">
            <a:off x="9105098" y="2242967"/>
            <a:ext cx="36000" cy="36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矩形 119"/>
          <p:cNvSpPr>
            <a:spLocks noChangeAspect="1"/>
          </p:cNvSpPr>
          <p:nvPr/>
        </p:nvSpPr>
        <p:spPr>
          <a:xfrm rot="2700000">
            <a:off x="9383987" y="2234264"/>
            <a:ext cx="36000" cy="36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椭圆 120"/>
          <p:cNvSpPr>
            <a:spLocks noChangeAspect="1"/>
          </p:cNvSpPr>
          <p:nvPr/>
        </p:nvSpPr>
        <p:spPr>
          <a:xfrm>
            <a:off x="9681607" y="2952110"/>
            <a:ext cx="36000" cy="3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椭圆 121"/>
          <p:cNvSpPr>
            <a:spLocks noChangeAspect="1"/>
          </p:cNvSpPr>
          <p:nvPr/>
        </p:nvSpPr>
        <p:spPr>
          <a:xfrm>
            <a:off x="9540101" y="2329675"/>
            <a:ext cx="36000" cy="3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椭圆 122"/>
          <p:cNvSpPr>
            <a:spLocks noChangeAspect="1"/>
          </p:cNvSpPr>
          <p:nvPr/>
        </p:nvSpPr>
        <p:spPr>
          <a:xfrm>
            <a:off x="8787502" y="2953358"/>
            <a:ext cx="36000" cy="3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5" name="椭圆 134"/>
          <p:cNvSpPr>
            <a:spLocks noChangeAspect="1"/>
          </p:cNvSpPr>
          <p:nvPr/>
        </p:nvSpPr>
        <p:spPr>
          <a:xfrm>
            <a:off x="8939902" y="3105758"/>
            <a:ext cx="36000" cy="3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6" name="椭圆 135"/>
          <p:cNvSpPr>
            <a:spLocks noChangeAspect="1"/>
          </p:cNvSpPr>
          <p:nvPr/>
        </p:nvSpPr>
        <p:spPr>
          <a:xfrm>
            <a:off x="9323159" y="3184775"/>
            <a:ext cx="36000" cy="3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7" name="椭圆 136"/>
          <p:cNvSpPr>
            <a:spLocks noChangeAspect="1"/>
          </p:cNvSpPr>
          <p:nvPr/>
        </p:nvSpPr>
        <p:spPr>
          <a:xfrm>
            <a:off x="8834394" y="2631101"/>
            <a:ext cx="36000" cy="3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8" name="椭圆 137"/>
          <p:cNvSpPr>
            <a:spLocks noChangeAspect="1"/>
          </p:cNvSpPr>
          <p:nvPr/>
        </p:nvSpPr>
        <p:spPr>
          <a:xfrm>
            <a:off x="9134534" y="2544868"/>
            <a:ext cx="36000" cy="3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/>
          <p:cNvSpPr>
            <a:spLocks noChangeAspect="1"/>
          </p:cNvSpPr>
          <p:nvPr/>
        </p:nvSpPr>
        <p:spPr>
          <a:xfrm rot="2700000">
            <a:off x="8884644" y="2375481"/>
            <a:ext cx="36000" cy="36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1" name="右箭头 140"/>
          <p:cNvSpPr/>
          <p:nvPr/>
        </p:nvSpPr>
        <p:spPr>
          <a:xfrm>
            <a:off x="10816502" y="2613934"/>
            <a:ext cx="363450" cy="32642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文本框 141"/>
              <p:cNvSpPr txBox="1"/>
              <p:nvPr/>
            </p:nvSpPr>
            <p:spPr>
              <a:xfrm>
                <a:off x="11179810" y="2500630"/>
                <a:ext cx="1259205" cy="679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altLang="zh-CN" sz="12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endParaRPr lang="en-GB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2" name="文本框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810" y="2500630"/>
                <a:ext cx="1259205" cy="6794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文本框 142"/>
              <p:cNvSpPr txBox="1"/>
              <p:nvPr/>
            </p:nvSpPr>
            <p:spPr>
              <a:xfrm>
                <a:off x="5734662" y="1253272"/>
                <a:ext cx="17312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each sphere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3" name="文本框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662" y="1253272"/>
                <a:ext cx="1731229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35" t="-90" r="11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文本框 87"/>
          <p:cNvSpPr txBox="1"/>
          <p:nvPr/>
        </p:nvSpPr>
        <p:spPr>
          <a:xfrm>
            <a:off x="1210404" y="3985088"/>
            <a:ext cx="992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kumimoji="1"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9240928" y="3283973"/>
            <a:ext cx="440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200" b="1" i="1" dirty="0">
                <a:solidFill>
                  <a:srgbClr val="3A7E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sz="1200" b="1" i="1" dirty="0">
              <a:solidFill>
                <a:srgbClr val="3A7E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9509888" y="3268600"/>
            <a:ext cx="584771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200" b="1" i="1" dirty="0">
                <a:solidFill>
                  <a:srgbClr val="C04F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k+1</a:t>
            </a:r>
            <a:endParaRPr lang="zh-CN" altLang="en-US" sz="1200" b="1" i="1" dirty="0">
              <a:solidFill>
                <a:srgbClr val="C04F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8877588" y="3293838"/>
            <a:ext cx="584771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200" b="1" i="1" dirty="0">
                <a:solidFill>
                  <a:srgbClr val="0976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GB" sz="1200" b="1" i="1" dirty="0">
                <a:solidFill>
                  <a:srgbClr val="0976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CN" altLang="en-US" sz="1200" b="1" i="1" dirty="0">
              <a:solidFill>
                <a:srgbClr val="0976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492919" y="4628525"/>
            <a:ext cx="1944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椭圆 100"/>
          <p:cNvSpPr>
            <a:spLocks noChangeAspect="1"/>
          </p:cNvSpPr>
          <p:nvPr/>
        </p:nvSpPr>
        <p:spPr>
          <a:xfrm>
            <a:off x="572939" y="4646228"/>
            <a:ext cx="252000" cy="2520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椭圆 104"/>
          <p:cNvSpPr>
            <a:spLocks noChangeAspect="1"/>
          </p:cNvSpPr>
          <p:nvPr/>
        </p:nvSpPr>
        <p:spPr>
          <a:xfrm>
            <a:off x="878664" y="4646228"/>
            <a:ext cx="252000" cy="2520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椭圆 105"/>
          <p:cNvSpPr>
            <a:spLocks noChangeAspect="1"/>
          </p:cNvSpPr>
          <p:nvPr/>
        </p:nvSpPr>
        <p:spPr>
          <a:xfrm>
            <a:off x="1184389" y="4646228"/>
            <a:ext cx="252000" cy="2520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椭圆 106"/>
          <p:cNvSpPr>
            <a:spLocks noChangeAspect="1"/>
          </p:cNvSpPr>
          <p:nvPr/>
        </p:nvSpPr>
        <p:spPr>
          <a:xfrm>
            <a:off x="1490114" y="4646228"/>
            <a:ext cx="252000" cy="2520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椭圆 108"/>
          <p:cNvSpPr>
            <a:spLocks noChangeAspect="1"/>
          </p:cNvSpPr>
          <p:nvPr/>
        </p:nvSpPr>
        <p:spPr>
          <a:xfrm>
            <a:off x="1795839" y="4646228"/>
            <a:ext cx="252000" cy="2520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椭圆 109"/>
          <p:cNvSpPr>
            <a:spLocks noChangeAspect="1"/>
          </p:cNvSpPr>
          <p:nvPr/>
        </p:nvSpPr>
        <p:spPr>
          <a:xfrm>
            <a:off x="2101563" y="4646228"/>
            <a:ext cx="252000" cy="2520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矩形 113"/>
          <p:cNvSpPr/>
          <p:nvPr/>
        </p:nvSpPr>
        <p:spPr>
          <a:xfrm>
            <a:off x="2966869" y="4242438"/>
            <a:ext cx="1944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矩形 115"/>
          <p:cNvSpPr/>
          <p:nvPr/>
        </p:nvSpPr>
        <p:spPr>
          <a:xfrm>
            <a:off x="2960658" y="4628738"/>
            <a:ext cx="1944000" cy="288000"/>
          </a:xfrm>
          <a:prstGeom prst="rect">
            <a:avLst/>
          </a:prstGeom>
          <a:solidFill>
            <a:srgbClr val="FBE4D7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矩形 123"/>
          <p:cNvSpPr/>
          <p:nvPr/>
        </p:nvSpPr>
        <p:spPr>
          <a:xfrm>
            <a:off x="2960658" y="5015039"/>
            <a:ext cx="1944000" cy="288000"/>
          </a:xfrm>
          <a:prstGeom prst="rect">
            <a:avLst/>
          </a:prstGeom>
          <a:solidFill>
            <a:srgbClr val="D7E5F7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椭圆 130"/>
          <p:cNvSpPr>
            <a:spLocks noChangeAspect="1"/>
          </p:cNvSpPr>
          <p:nvPr/>
        </p:nvSpPr>
        <p:spPr>
          <a:xfrm>
            <a:off x="3345061" y="4262121"/>
            <a:ext cx="252000" cy="252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椭圆 131"/>
          <p:cNvSpPr>
            <a:spLocks noChangeAspect="1"/>
          </p:cNvSpPr>
          <p:nvPr/>
        </p:nvSpPr>
        <p:spPr>
          <a:xfrm>
            <a:off x="3650786" y="4262121"/>
            <a:ext cx="252000" cy="252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3" name="椭圆 132"/>
          <p:cNvSpPr>
            <a:spLocks noChangeAspect="1"/>
          </p:cNvSpPr>
          <p:nvPr/>
        </p:nvSpPr>
        <p:spPr>
          <a:xfrm>
            <a:off x="3956511" y="4262121"/>
            <a:ext cx="252000" cy="252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9" name="椭圆 138"/>
          <p:cNvSpPr>
            <a:spLocks noChangeAspect="1"/>
          </p:cNvSpPr>
          <p:nvPr/>
        </p:nvSpPr>
        <p:spPr>
          <a:xfrm>
            <a:off x="4264983" y="4263623"/>
            <a:ext cx="252000" cy="252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4" name="椭圆 143"/>
          <p:cNvSpPr>
            <a:spLocks noChangeAspect="1"/>
          </p:cNvSpPr>
          <p:nvPr/>
        </p:nvSpPr>
        <p:spPr>
          <a:xfrm>
            <a:off x="4570708" y="4263623"/>
            <a:ext cx="252000" cy="252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6" name="椭圆 145"/>
          <p:cNvSpPr>
            <a:spLocks noChangeAspect="1"/>
          </p:cNvSpPr>
          <p:nvPr/>
        </p:nvSpPr>
        <p:spPr>
          <a:xfrm>
            <a:off x="3322855" y="4646971"/>
            <a:ext cx="252000" cy="25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椭圆 146"/>
          <p:cNvSpPr>
            <a:spLocks noChangeAspect="1"/>
          </p:cNvSpPr>
          <p:nvPr/>
        </p:nvSpPr>
        <p:spPr>
          <a:xfrm>
            <a:off x="3628580" y="4646971"/>
            <a:ext cx="252000" cy="25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椭圆 147"/>
          <p:cNvSpPr>
            <a:spLocks noChangeAspect="1"/>
          </p:cNvSpPr>
          <p:nvPr/>
        </p:nvSpPr>
        <p:spPr>
          <a:xfrm>
            <a:off x="3934305" y="4646971"/>
            <a:ext cx="252000" cy="25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椭圆 148"/>
          <p:cNvSpPr>
            <a:spLocks noChangeAspect="1"/>
          </p:cNvSpPr>
          <p:nvPr/>
        </p:nvSpPr>
        <p:spPr>
          <a:xfrm>
            <a:off x="4242777" y="4648473"/>
            <a:ext cx="252000" cy="25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椭圆 149"/>
          <p:cNvSpPr>
            <a:spLocks noChangeAspect="1"/>
          </p:cNvSpPr>
          <p:nvPr/>
        </p:nvSpPr>
        <p:spPr>
          <a:xfrm>
            <a:off x="4548502" y="4648473"/>
            <a:ext cx="252000" cy="25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2" name="椭圆 151"/>
          <p:cNvSpPr>
            <a:spLocks noChangeAspect="1"/>
          </p:cNvSpPr>
          <p:nvPr/>
        </p:nvSpPr>
        <p:spPr>
          <a:xfrm>
            <a:off x="3322855" y="5034723"/>
            <a:ext cx="252000" cy="25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椭圆 152"/>
          <p:cNvSpPr>
            <a:spLocks noChangeAspect="1"/>
          </p:cNvSpPr>
          <p:nvPr/>
        </p:nvSpPr>
        <p:spPr>
          <a:xfrm>
            <a:off x="3628580" y="5034723"/>
            <a:ext cx="252000" cy="25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椭圆 153"/>
          <p:cNvSpPr>
            <a:spLocks noChangeAspect="1"/>
          </p:cNvSpPr>
          <p:nvPr/>
        </p:nvSpPr>
        <p:spPr>
          <a:xfrm>
            <a:off x="3934305" y="5034723"/>
            <a:ext cx="252000" cy="25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椭圆 154"/>
          <p:cNvSpPr>
            <a:spLocks noChangeAspect="1"/>
          </p:cNvSpPr>
          <p:nvPr/>
        </p:nvSpPr>
        <p:spPr>
          <a:xfrm>
            <a:off x="4242777" y="5036225"/>
            <a:ext cx="252000" cy="25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椭圆 155"/>
          <p:cNvSpPr>
            <a:spLocks noChangeAspect="1"/>
          </p:cNvSpPr>
          <p:nvPr/>
        </p:nvSpPr>
        <p:spPr>
          <a:xfrm>
            <a:off x="4548502" y="5036225"/>
            <a:ext cx="252000" cy="25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8" name="文本框 157"/>
          <p:cNvSpPr txBox="1"/>
          <p:nvPr/>
        </p:nvSpPr>
        <p:spPr>
          <a:xfrm>
            <a:off x="2966869" y="4247938"/>
            <a:ext cx="44049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200" b="1" i="1" dirty="0">
                <a:solidFill>
                  <a:srgbClr val="3A7E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GB" sz="1200" b="1" i="1" dirty="0">
                <a:solidFill>
                  <a:srgbClr val="3A7E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altLang="en-GB" sz="1200" b="1" i="1" dirty="0">
              <a:solidFill>
                <a:srgbClr val="3A7E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2854157" y="4635973"/>
            <a:ext cx="584771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200" b="1" i="1" dirty="0">
                <a:solidFill>
                  <a:srgbClr val="C04F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endParaRPr lang="zh-CN" altLang="en-US" sz="1200" b="1" i="1" dirty="0">
              <a:solidFill>
                <a:srgbClr val="C04F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2858300" y="5030427"/>
            <a:ext cx="584771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200" b="1" i="1" dirty="0">
                <a:solidFill>
                  <a:srgbClr val="0976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GB" sz="1200" b="1" i="1" dirty="0">
                <a:solidFill>
                  <a:srgbClr val="0976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CN" altLang="en-US" sz="1200" b="1" i="1" dirty="0">
              <a:solidFill>
                <a:srgbClr val="0976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2" name="直线连接符 161"/>
          <p:cNvCxnSpPr>
            <a:stCxn id="83" idx="6"/>
          </p:cNvCxnSpPr>
          <p:nvPr/>
        </p:nvCxnSpPr>
        <p:spPr>
          <a:xfrm flipV="1">
            <a:off x="3429384" y="2726783"/>
            <a:ext cx="608695" cy="4335"/>
          </a:xfrm>
          <a:prstGeom prst="line">
            <a:avLst/>
          </a:prstGeom>
          <a:ln w="15875">
            <a:solidFill>
              <a:srgbClr val="C04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>
            <a:off x="3396691" y="2514726"/>
            <a:ext cx="431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000" b="1" i="1" dirty="0">
                <a:solidFill>
                  <a:srgbClr val="C04F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000" b="1" i="1" baseline="-25000" dirty="0">
                <a:solidFill>
                  <a:srgbClr val="C04F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00" b="1" i="1" baseline="-25000" dirty="0">
              <a:solidFill>
                <a:srgbClr val="C04F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7" name="直线连接符 166"/>
          <p:cNvCxnSpPr>
            <a:stCxn id="80" idx="5"/>
          </p:cNvCxnSpPr>
          <p:nvPr/>
        </p:nvCxnSpPr>
        <p:spPr>
          <a:xfrm>
            <a:off x="3808019" y="2638331"/>
            <a:ext cx="227466" cy="92045"/>
          </a:xfrm>
          <a:prstGeom prst="line">
            <a:avLst/>
          </a:prstGeom>
          <a:ln w="15875">
            <a:solidFill>
              <a:srgbClr val="097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文本框 170"/>
          <p:cNvSpPr txBox="1"/>
          <p:nvPr/>
        </p:nvSpPr>
        <p:spPr>
          <a:xfrm>
            <a:off x="3823429" y="2490658"/>
            <a:ext cx="2905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000" b="1" i="1" dirty="0">
                <a:solidFill>
                  <a:srgbClr val="0976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000" b="1" i="1" baseline="-25000" dirty="0">
                <a:solidFill>
                  <a:srgbClr val="0976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00" b="1" i="1" baseline="-25000" dirty="0">
              <a:solidFill>
                <a:srgbClr val="0976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文本框 173"/>
              <p:cNvSpPr txBox="1"/>
              <p:nvPr/>
            </p:nvSpPr>
            <p:spPr>
              <a:xfrm>
                <a:off x="3025058" y="1201081"/>
                <a:ext cx="192582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select the sphere involved with query range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2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1200" dirty="0">
                    <a:effectLst/>
                  </a:rPr>
                  <a:t> </a:t>
                </a:r>
                <a:endParaRPr lang="zh-CN" altLang="en-US" sz="1200" dirty="0"/>
              </a:p>
            </p:txBody>
          </p:sp>
        </mc:Choice>
        <mc:Fallback>
          <p:sp>
            <p:nvSpPr>
              <p:cNvPr id="174" name="文本框 1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058" y="1201081"/>
                <a:ext cx="1925823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29" t="-64" r="22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本框 150"/>
              <p:cNvSpPr txBox="1"/>
              <p:nvPr/>
            </p:nvSpPr>
            <p:spPr>
              <a:xfrm>
                <a:off x="5897880" y="3878580"/>
                <a:ext cx="1459230" cy="358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sz="12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arcsin(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zh-CN" altLang="en-US" sz="12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𝑟</m:t>
                        </m:r>
                      </m:num>
                      <m:den>
                        <m:r>
                          <a:rPr lang="zh-CN" altLang="en-US" sz="12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‖</m:t>
                        </m:r>
                        <m:r>
                          <a:rPr lang="zh-CN" altLang="en-US" sz="12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𝑞</m:t>
                        </m:r>
                        <m:r>
                          <a:rPr lang="zh-CN" altLang="en-US" sz="12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‖</m:t>
                        </m:r>
                      </m:den>
                    </m:f>
                  </m:oMath>
                </a14:m>
                <a:r>
                  <a: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1" name="文本框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880" y="3878580"/>
                <a:ext cx="1459230" cy="358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空心弧 160"/>
          <p:cNvSpPr>
            <a:spLocks noChangeAspect="1"/>
          </p:cNvSpPr>
          <p:nvPr/>
        </p:nvSpPr>
        <p:spPr>
          <a:xfrm rot="3981811">
            <a:off x="6956425" y="1808480"/>
            <a:ext cx="3246120" cy="3246120"/>
          </a:xfrm>
          <a:prstGeom prst="blockArc">
            <a:avLst>
              <a:gd name="adj1" fmla="val 12615829"/>
              <a:gd name="adj2" fmla="val 17158465"/>
              <a:gd name="adj3" fmla="val 5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文本框 171"/>
              <p:cNvSpPr txBox="1"/>
              <p:nvPr/>
            </p:nvSpPr>
            <p:spPr>
              <a:xfrm>
                <a:off x="7973060" y="4148455"/>
                <a:ext cx="3422650" cy="307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kern="100" dirty="0"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sz="12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stimate  by counting points whose angle </a:t>
                </a:r>
                <a14:m>
                  <m:oMath xmlns:m="http://schemas.openxmlformats.org/officeDocument/2006/math">
                    <m:r>
                      <a:rPr lang="zh-CN" altLang="zh-CN" sz="1200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12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sz="1200" i="1" kern="100" baseline="-250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zh-CN" altLang="zh-CN" sz="12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2" name="文本框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060" y="4148455"/>
                <a:ext cx="3422650" cy="30734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五角星 175"/>
          <p:cNvSpPr>
            <a:spLocks noChangeAspect="1"/>
          </p:cNvSpPr>
          <p:nvPr/>
        </p:nvSpPr>
        <p:spPr>
          <a:xfrm>
            <a:off x="5316415" y="4728813"/>
            <a:ext cx="180000" cy="18000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9" name="文本框 178"/>
          <p:cNvSpPr txBox="1"/>
          <p:nvPr/>
        </p:nvSpPr>
        <p:spPr>
          <a:xfrm>
            <a:off x="5545059" y="4680314"/>
            <a:ext cx="718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kumimoji="1"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i="1" dirty="0"/>
          </a:p>
        </p:txBody>
      </p:sp>
      <p:sp>
        <p:nvSpPr>
          <p:cNvPr id="180" name="矩形 179"/>
          <p:cNvSpPr>
            <a:spLocks noChangeAspect="1"/>
          </p:cNvSpPr>
          <p:nvPr/>
        </p:nvSpPr>
        <p:spPr>
          <a:xfrm rot="2700000">
            <a:off x="6382890" y="4728813"/>
            <a:ext cx="180000" cy="18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1" name="文本框 180"/>
          <p:cNvSpPr txBox="1"/>
          <p:nvPr/>
        </p:nvSpPr>
        <p:spPr>
          <a:xfrm>
            <a:off x="6536145" y="4680314"/>
            <a:ext cx="1259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point</a:t>
            </a:r>
            <a:endParaRPr kumimoji="1"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五角星 181"/>
          <p:cNvSpPr>
            <a:spLocks noChangeAspect="1"/>
          </p:cNvSpPr>
          <p:nvPr/>
        </p:nvSpPr>
        <p:spPr>
          <a:xfrm>
            <a:off x="7795274" y="4728813"/>
            <a:ext cx="180000" cy="180000"/>
          </a:xfrm>
          <a:prstGeom prst="star5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3" name="文本框 182"/>
          <p:cNvSpPr txBox="1"/>
          <p:nvPr/>
        </p:nvSpPr>
        <p:spPr>
          <a:xfrm>
            <a:off x="7913112" y="4699319"/>
            <a:ext cx="10514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 point</a:t>
            </a:r>
            <a:endParaRPr kumimoji="1"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5299912" y="5099285"/>
            <a:ext cx="2258551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i="1">
                <a:latin typeface="Cambria Math" panose="02040503050406030204" pitchFamily="18" charset="0"/>
              </a:rPr>
              <a:t>δ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partition interval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文本框 191"/>
              <p:cNvSpPr txBox="1"/>
              <p:nvPr/>
            </p:nvSpPr>
            <p:spPr>
              <a:xfrm>
                <a:off x="7176770" y="5099050"/>
                <a:ext cx="1731010" cy="307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maximum angle</a:t>
                </a:r>
                <a:endPara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2" name="文本框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770" y="5099050"/>
                <a:ext cx="1731010" cy="30734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本框 192"/>
              <p:cNvSpPr txBox="1"/>
              <p:nvPr/>
            </p:nvSpPr>
            <p:spPr>
              <a:xfrm>
                <a:off x="8982710" y="4685030"/>
                <a:ext cx="1731645" cy="307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annulus 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outer radii  </a:t>
                </a:r>
                <a:endPara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3" name="文本框 1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2710" y="4685030"/>
                <a:ext cx="1731645" cy="30734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/>
              <p:cNvSpPr txBox="1"/>
              <p:nvPr/>
            </p:nvSpPr>
            <p:spPr>
              <a:xfrm>
                <a:off x="10604500" y="4679315"/>
                <a:ext cx="1895475" cy="307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annulus 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inner 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radii  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4" name="文本框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4500" y="4679315"/>
                <a:ext cx="1895475" cy="30734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文本框 196"/>
              <p:cNvSpPr txBox="1"/>
              <p:nvPr/>
            </p:nvSpPr>
            <p:spPr>
              <a:xfrm>
                <a:off x="9057874" y="5096165"/>
                <a:ext cx="1512278" cy="307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b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DSH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Deep Hash</a:t>
                </a:r>
                <a:endPara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7" name="文本框 1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7874" y="5096165"/>
                <a:ext cx="1512278" cy="307340"/>
              </a:xfrm>
              <a:prstGeom prst="rect">
                <a:avLst/>
              </a:prstGeom>
              <a:blipFill rotWithShape="1">
                <a:blip r:embed="rId10"/>
                <a:stretch>
                  <a:fillRect l="-15" t="-94" r="38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文本框 197"/>
              <p:cNvSpPr txBox="1"/>
              <p:nvPr/>
            </p:nvSpPr>
            <p:spPr>
              <a:xfrm>
                <a:off x="10645775" y="5095875"/>
                <a:ext cx="1620520" cy="310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annulus of point </a:t>
                </a:r>
                <a:r>
                  <a:rPr lang="en-US" altLang="zh-CN" sz="1200" i="1" dirty="0">
                    <a:latin typeface="Times New Roman Italic" panose="02020603050405020304" charset="0"/>
                    <a:cs typeface="Times New Roman Italic" panose="02020603050405020304" charset="0"/>
                    <a:sym typeface="+mn-ea"/>
                  </a:rPr>
                  <a:t>q</a:t>
                </a:r>
                <a:endParaRPr lang="zh-CN" altLang="en-US" sz="1200" i="1" dirty="0">
                  <a:latin typeface="Times New Roman Italic" panose="02020603050405020304" charset="0"/>
                  <a:cs typeface="Times New Roman Italic" panose="02020603050405020304" charset="0"/>
                </a:endParaRPr>
              </a:p>
            </p:txBody>
          </p:sp>
        </mc:Choice>
        <mc:Fallback>
          <p:sp>
            <p:nvSpPr>
              <p:cNvPr id="198" name="文本框 1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5775" y="5095875"/>
                <a:ext cx="1620520" cy="31051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本框 85"/>
              <p:cNvSpPr txBox="1"/>
              <p:nvPr/>
            </p:nvSpPr>
            <p:spPr>
              <a:xfrm>
                <a:off x="8374997" y="3184433"/>
                <a:ext cx="67832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6" name="文本框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997" y="3184433"/>
                <a:ext cx="678326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91" t="-196" r="19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直线连接符 183"/>
          <p:cNvCxnSpPr/>
          <p:nvPr/>
        </p:nvCxnSpPr>
        <p:spPr>
          <a:xfrm>
            <a:off x="4861007" y="3546110"/>
            <a:ext cx="2383530" cy="2510"/>
          </a:xfrm>
          <a:prstGeom prst="line">
            <a:avLst/>
          </a:prstGeom>
          <a:ln w="12700">
            <a:solidFill>
              <a:srgbClr val="782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直线连接符 201"/>
          <p:cNvCxnSpPr/>
          <p:nvPr/>
        </p:nvCxnSpPr>
        <p:spPr>
          <a:xfrm>
            <a:off x="5146535" y="3382607"/>
            <a:ext cx="2246109" cy="0"/>
          </a:xfrm>
          <a:prstGeom prst="line">
            <a:avLst/>
          </a:prstGeom>
          <a:ln w="9525">
            <a:solidFill>
              <a:srgbClr val="78206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直线连接符 202"/>
          <p:cNvCxnSpPr/>
          <p:nvPr/>
        </p:nvCxnSpPr>
        <p:spPr>
          <a:xfrm flipV="1">
            <a:off x="7239635" y="3180419"/>
            <a:ext cx="318774" cy="365691"/>
          </a:xfrm>
          <a:prstGeom prst="line">
            <a:avLst/>
          </a:prstGeom>
          <a:ln w="12700">
            <a:solidFill>
              <a:srgbClr val="782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平行四边形 84"/>
          <p:cNvSpPr/>
          <p:nvPr/>
        </p:nvSpPr>
        <p:spPr>
          <a:xfrm>
            <a:off x="4877222" y="1889626"/>
            <a:ext cx="2081407" cy="1656484"/>
          </a:xfrm>
          <a:prstGeom prst="parallelogram">
            <a:avLst>
              <a:gd name="adj" fmla="val 86912"/>
            </a:avLst>
          </a:prstGeom>
          <a:solidFill>
            <a:schemeClr val="accent5">
              <a:lumMod val="20000"/>
              <a:lumOff val="80000"/>
              <a:alpha val="30000"/>
            </a:scheme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本框 92"/>
              <p:cNvSpPr txBox="1"/>
              <p:nvPr/>
            </p:nvSpPr>
            <p:spPr>
              <a:xfrm>
                <a:off x="5272350" y="3058233"/>
                <a:ext cx="67832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3" name="文本框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350" y="3058233"/>
                <a:ext cx="678326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86" t="-26" r="13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空心弧 91"/>
          <p:cNvSpPr/>
          <p:nvPr/>
        </p:nvSpPr>
        <p:spPr>
          <a:xfrm rot="5400000">
            <a:off x="4740572" y="3043568"/>
            <a:ext cx="725776" cy="672938"/>
          </a:xfrm>
          <a:prstGeom prst="blockArc">
            <a:avLst>
              <a:gd name="adj1" fmla="val 13601220"/>
              <a:gd name="adj2" fmla="val 16218650"/>
              <a:gd name="adj3" fmla="val 829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15" name="直线连接符 214"/>
          <p:cNvCxnSpPr/>
          <p:nvPr/>
        </p:nvCxnSpPr>
        <p:spPr>
          <a:xfrm flipV="1">
            <a:off x="5156835" y="1880870"/>
            <a:ext cx="1302385" cy="1492250"/>
          </a:xfrm>
          <a:prstGeom prst="line">
            <a:avLst/>
          </a:prstGeom>
          <a:ln w="9525">
            <a:solidFill>
              <a:srgbClr val="78206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845</Words>
  <Application>WPS 文字</Application>
  <PresentationFormat>自定义</PresentationFormat>
  <Paragraphs>113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4" baseType="lpstr">
      <vt:lpstr>Arial</vt:lpstr>
      <vt:lpstr>宋体</vt:lpstr>
      <vt:lpstr>Wingdings</vt:lpstr>
      <vt:lpstr>Times New Roman</vt:lpstr>
      <vt:lpstr>Cambria Math</vt:lpstr>
      <vt:lpstr>Kingsoft Math</vt:lpstr>
      <vt:lpstr>DejaVu Math TeX Gyre</vt:lpstr>
      <vt:lpstr>Times New Roman Italic</vt:lpstr>
      <vt:lpstr>Aptos</vt:lpstr>
      <vt:lpstr>苹方-简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Aptos Display</vt:lpstr>
      <vt:lpstr>等线 Light</vt:lpstr>
      <vt:lpstr>Calibri</vt:lpstr>
      <vt:lpstr>Helvetica Neue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欧阳康</dc:creator>
  <cp:lastModifiedBy>jingenyan</cp:lastModifiedBy>
  <cp:revision>39</cp:revision>
  <dcterms:created xsi:type="dcterms:W3CDTF">2025-10-24T08:35:49Z</dcterms:created>
  <dcterms:modified xsi:type="dcterms:W3CDTF">2025-10-24T08:35:49Z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8185EE9BB9A921C0B038FB68D763D45D_43</vt:lpwstr>
  </property>
  <property fmtid="{D5CDD505-2E9C-101B-9397-08002B2CF9AE}" pid="3" name="KSOProductBuildVer">
    <vt:lpwstr>2052-5.5.1.7991</vt:lpwstr>
  </property>
</Properties>
</file>